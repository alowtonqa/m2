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826" r:id="rId5"/>
    <p:sldId id="828" r:id="rId6"/>
    <p:sldId id="854" r:id="rId7"/>
    <p:sldId id="855" r:id="rId8"/>
    <p:sldId id="916" r:id="rId9"/>
    <p:sldId id="899" r:id="rId10"/>
    <p:sldId id="879" r:id="rId11"/>
    <p:sldId id="856" r:id="rId12"/>
    <p:sldId id="892" r:id="rId13"/>
    <p:sldId id="862" r:id="rId14"/>
    <p:sldId id="904" r:id="rId15"/>
    <p:sldId id="865" r:id="rId16"/>
    <p:sldId id="1073" r:id="rId17"/>
    <p:sldId id="871" r:id="rId18"/>
    <p:sldId id="873" r:id="rId19"/>
    <p:sldId id="896" r:id="rId20"/>
    <p:sldId id="897" r:id="rId21"/>
    <p:sldId id="898" r:id="rId22"/>
    <p:sldId id="906" r:id="rId23"/>
    <p:sldId id="872" r:id="rId24"/>
    <p:sldId id="920" r:id="rId25"/>
    <p:sldId id="921" r:id="rId26"/>
    <p:sldId id="924" r:id="rId27"/>
    <p:sldId id="922" r:id="rId28"/>
    <p:sldId id="923" r:id="rId29"/>
    <p:sldId id="925" r:id="rId30"/>
    <p:sldId id="909" r:id="rId31"/>
    <p:sldId id="875" r:id="rId32"/>
    <p:sldId id="1056" r:id="rId33"/>
    <p:sldId id="1065" r:id="rId34"/>
    <p:sldId id="1074" r:id="rId35"/>
    <p:sldId id="1075" r:id="rId36"/>
    <p:sldId id="1076" r:id="rId37"/>
    <p:sldId id="919" r:id="rId38"/>
    <p:sldId id="1066" r:id="rId39"/>
    <p:sldId id="1067" r:id="rId40"/>
    <p:sldId id="1068" r:id="rId41"/>
    <p:sldId id="1069" r:id="rId42"/>
    <p:sldId id="1070" r:id="rId43"/>
    <p:sldId id="1072" r:id="rId44"/>
    <p:sldId id="1071" r:id="rId45"/>
  </p:sldIdLst>
  <p:sldSz cx="12192000" cy="6858000"/>
  <p:notesSz cx="6645275" cy="9775825"/>
  <p:custDataLst>
    <p:tags r:id="rId4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DE8BF54A-1323-4403-83F8-D7B5510C9D53}">
          <p14:sldIdLst>
            <p14:sldId id="826"/>
            <p14:sldId id="828"/>
            <p14:sldId id="854"/>
            <p14:sldId id="855"/>
            <p14:sldId id="916"/>
            <p14:sldId id="899"/>
            <p14:sldId id="879"/>
            <p14:sldId id="856"/>
            <p14:sldId id="892"/>
            <p14:sldId id="862"/>
            <p14:sldId id="904"/>
            <p14:sldId id="865"/>
            <p14:sldId id="1073"/>
            <p14:sldId id="871"/>
            <p14:sldId id="873"/>
            <p14:sldId id="896"/>
            <p14:sldId id="897"/>
            <p14:sldId id="898"/>
            <p14:sldId id="906"/>
            <p14:sldId id="872"/>
            <p14:sldId id="920"/>
            <p14:sldId id="921"/>
            <p14:sldId id="924"/>
            <p14:sldId id="922"/>
            <p14:sldId id="923"/>
            <p14:sldId id="925"/>
            <p14:sldId id="909"/>
            <p14:sldId id="875"/>
            <p14:sldId id="1056"/>
            <p14:sldId id="1065"/>
            <p14:sldId id="1074"/>
            <p14:sldId id="1075"/>
            <p14:sldId id="1076"/>
          </p14:sldIdLst>
        </p14:section>
        <p14:section name="Title slide" id="{EB69C2D0-E929-4AD9-A765-22C4ECEA7846}">
          <p14:sldIdLst>
            <p14:sldId id="919"/>
            <p14:sldId id="1066"/>
            <p14:sldId id="1067"/>
            <p14:sldId id="1068"/>
            <p14:sldId id="1069"/>
            <p14:sldId id="1070"/>
            <p14:sldId id="1072"/>
            <p14:sldId id="1071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rrow, Joshua" initials="BJ" lastIdx="30" clrIdx="0">
    <p:extLst>
      <p:ext uri="{19B8F6BF-5375-455C-9EA6-DF929625EA0E}">
        <p15:presenceInfo xmlns:p15="http://schemas.microsoft.com/office/powerpoint/2012/main" userId="S-1-5-21-3476036342-1731177862-1559577602-51474" providerId="AD"/>
      </p:ext>
    </p:extLst>
  </p:cmAuthor>
  <p:cmAuthor id="2" name="Singh, Vaishali" initials="SV" lastIdx="7" clrIdx="1">
    <p:extLst>
      <p:ext uri="{19B8F6BF-5375-455C-9EA6-DF929625EA0E}">
        <p15:presenceInfo xmlns:p15="http://schemas.microsoft.com/office/powerpoint/2012/main" userId="S-1-5-21-3476036342-1731177862-1559577602-1552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AFF"/>
    <a:srgbClr val="FBFEFF"/>
    <a:srgbClr val="D1F5FF"/>
    <a:srgbClr val="F3F3F3"/>
    <a:srgbClr val="7E007C"/>
    <a:srgbClr val="09EDB8"/>
    <a:srgbClr val="004050"/>
    <a:srgbClr val="F91258"/>
    <a:srgbClr val="28CFF9"/>
    <a:srgbClr val="F362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3FA3CC-CF42-4547-8DAE-D0AF99A03969}" v="399" dt="2022-03-29T12:48:38.3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24" autoAdjust="0"/>
    <p:restoredTop sz="93792" autoAdjust="0"/>
  </p:normalViewPr>
  <p:slideViewPr>
    <p:cSldViewPr snapToGrid="0" snapToObjects="1" showGuides="1">
      <p:cViewPr varScale="1">
        <p:scale>
          <a:sx n="107" d="100"/>
          <a:sy n="107" d="100"/>
        </p:scale>
        <p:origin x="978" y="102"/>
      </p:cViewPr>
      <p:guideLst>
        <p:guide pos="3840"/>
        <p:guide orient="horz" pos="37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3" d="100"/>
          <a:sy n="83" d="100"/>
        </p:scale>
        <p:origin x="399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ags" Target="tags/tag1.xml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e.baradaran@qa.com" userId="43fbaa8542b3ec4c" providerId="LiveId" clId="{D73FA3CC-CF42-4547-8DAE-D0AF99A03969}"/>
    <pc:docChg chg="undo redo custSel addSld delSld modSld sldOrd modSection">
      <pc:chgData name="mike.baradaran@qa.com" userId="43fbaa8542b3ec4c" providerId="LiveId" clId="{D73FA3CC-CF42-4547-8DAE-D0AF99A03969}" dt="2022-03-29T12:50:01.558" v="9548" actId="207"/>
      <pc:docMkLst>
        <pc:docMk/>
      </pc:docMkLst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616357534" sldId="257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89354896" sldId="258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840909068" sldId="259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531997335" sldId="262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1969054151" sldId="264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333904090" sldId="819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1861709181" sldId="822"/>
        </pc:sldMkLst>
      </pc:sldChg>
      <pc:sldChg chg="modSp mod">
        <pc:chgData name="mike.baradaran@qa.com" userId="43fbaa8542b3ec4c" providerId="LiveId" clId="{D73FA3CC-CF42-4547-8DAE-D0AF99A03969}" dt="2022-03-25T21:56:49.933" v="5" actId="20577"/>
        <pc:sldMkLst>
          <pc:docMk/>
          <pc:sldMk cId="451306214" sldId="828"/>
        </pc:sldMkLst>
        <pc:spChg chg="mod">
          <ac:chgData name="mike.baradaran@qa.com" userId="43fbaa8542b3ec4c" providerId="LiveId" clId="{D73FA3CC-CF42-4547-8DAE-D0AF99A03969}" dt="2022-03-25T21:56:49.933" v="5" actId="20577"/>
          <ac:spMkLst>
            <pc:docMk/>
            <pc:sldMk cId="451306214" sldId="828"/>
            <ac:spMk id="3" creationId="{7EE23549-8E19-40A1-A106-9740BFD0462C}"/>
          </ac:spMkLst>
        </pc:sp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1267456189" sldId="847"/>
        </pc:sldMkLst>
      </pc:sldChg>
      <pc:sldChg chg="addSp modSp mod">
        <pc:chgData name="mike.baradaran@qa.com" userId="43fbaa8542b3ec4c" providerId="LiveId" clId="{D73FA3CC-CF42-4547-8DAE-D0AF99A03969}" dt="2022-03-26T17:48:03.412" v="7462" actId="2"/>
        <pc:sldMkLst>
          <pc:docMk/>
          <pc:sldMk cId="722615789" sldId="854"/>
        </pc:sldMkLst>
        <pc:spChg chg="mod">
          <ac:chgData name="mike.baradaran@qa.com" userId="43fbaa8542b3ec4c" providerId="LiveId" clId="{D73FA3CC-CF42-4547-8DAE-D0AF99A03969}" dt="2022-03-26T09:18:58.261" v="2702" actId="207"/>
          <ac:spMkLst>
            <pc:docMk/>
            <pc:sldMk cId="722615789" sldId="854"/>
            <ac:spMk id="4" creationId="{B6F948DE-9BA4-4416-B213-36446EDA8F67}"/>
          </ac:spMkLst>
        </pc:spChg>
        <pc:spChg chg="mod">
          <ac:chgData name="mike.baradaran@qa.com" userId="43fbaa8542b3ec4c" providerId="LiveId" clId="{D73FA3CC-CF42-4547-8DAE-D0AF99A03969}" dt="2022-03-26T17:48:01.320" v="7459" actId="2"/>
          <ac:spMkLst>
            <pc:docMk/>
            <pc:sldMk cId="722615789" sldId="854"/>
            <ac:spMk id="7" creationId="{C1CF3F18-9A57-48FB-9F81-38AFD43FABE6}"/>
          </ac:spMkLst>
        </pc:spChg>
        <pc:spChg chg="mod">
          <ac:chgData name="mike.baradaran@qa.com" userId="43fbaa8542b3ec4c" providerId="LiveId" clId="{D73FA3CC-CF42-4547-8DAE-D0AF99A03969}" dt="2022-03-26T09:22:30.754" v="2787" actId="14100"/>
          <ac:spMkLst>
            <pc:docMk/>
            <pc:sldMk cId="722615789" sldId="854"/>
            <ac:spMk id="8" creationId="{994CB837-CB58-487A-9B1A-3AA2AD7D7FFC}"/>
          </ac:spMkLst>
        </pc:spChg>
        <pc:spChg chg="mod">
          <ac:chgData name="mike.baradaran@qa.com" userId="43fbaa8542b3ec4c" providerId="LiveId" clId="{D73FA3CC-CF42-4547-8DAE-D0AF99A03969}" dt="2022-03-26T09:22:12.213" v="2778" actId="1036"/>
          <ac:spMkLst>
            <pc:docMk/>
            <pc:sldMk cId="722615789" sldId="854"/>
            <ac:spMk id="9" creationId="{A69AE4D4-41F1-4697-8498-A7586FD1F3CF}"/>
          </ac:spMkLst>
        </pc:spChg>
        <pc:spChg chg="add mod">
          <ac:chgData name="mike.baradaran@qa.com" userId="43fbaa8542b3ec4c" providerId="LiveId" clId="{D73FA3CC-CF42-4547-8DAE-D0AF99A03969}" dt="2022-03-26T17:48:03.412" v="7462" actId="2"/>
          <ac:spMkLst>
            <pc:docMk/>
            <pc:sldMk cId="722615789" sldId="854"/>
            <ac:spMk id="10" creationId="{1D82B27D-57DB-4C44-B11D-B128F2BF2205}"/>
          </ac:spMkLst>
        </pc:spChg>
        <pc:spChg chg="mod">
          <ac:chgData name="mike.baradaran@qa.com" userId="43fbaa8542b3ec4c" providerId="LiveId" clId="{D73FA3CC-CF42-4547-8DAE-D0AF99A03969}" dt="2022-03-26T09:22:12.213" v="2778" actId="1036"/>
          <ac:spMkLst>
            <pc:docMk/>
            <pc:sldMk cId="722615789" sldId="854"/>
            <ac:spMk id="12" creationId="{19B05585-8233-452A-B86C-F6073F6B39DA}"/>
          </ac:spMkLst>
        </pc:spChg>
        <pc:spChg chg="mod">
          <ac:chgData name="mike.baradaran@qa.com" userId="43fbaa8542b3ec4c" providerId="LiveId" clId="{D73FA3CC-CF42-4547-8DAE-D0AF99A03969}" dt="2022-03-26T09:11:20.929" v="2454" actId="1036"/>
          <ac:spMkLst>
            <pc:docMk/>
            <pc:sldMk cId="722615789" sldId="854"/>
            <ac:spMk id="14" creationId="{5528D976-12AB-4347-AC14-305B82A74B11}"/>
          </ac:spMkLst>
        </pc:spChg>
      </pc:sldChg>
      <pc:sldChg chg="addSp modSp mod">
        <pc:chgData name="mike.baradaran@qa.com" userId="43fbaa8542b3ec4c" providerId="LiveId" clId="{D73FA3CC-CF42-4547-8DAE-D0AF99A03969}" dt="2022-03-26T17:48:05.251" v="7463" actId="313"/>
        <pc:sldMkLst>
          <pc:docMk/>
          <pc:sldMk cId="1325867445" sldId="855"/>
        </pc:sldMkLst>
        <pc:spChg chg="mod">
          <ac:chgData name="mike.baradaran@qa.com" userId="43fbaa8542b3ec4c" providerId="LiveId" clId="{D73FA3CC-CF42-4547-8DAE-D0AF99A03969}" dt="2022-03-26T17:48:05.251" v="7463" actId="313"/>
          <ac:spMkLst>
            <pc:docMk/>
            <pc:sldMk cId="1325867445" sldId="855"/>
            <ac:spMk id="3" creationId="{7EE23549-8E19-40A1-A106-9740BFD0462C}"/>
          </ac:spMkLst>
        </pc:spChg>
        <pc:spChg chg="add mod">
          <ac:chgData name="mike.baradaran@qa.com" userId="43fbaa8542b3ec4c" providerId="LiveId" clId="{D73FA3CC-CF42-4547-8DAE-D0AF99A03969}" dt="2022-03-26T09:33:47.563" v="2973" actId="1038"/>
          <ac:spMkLst>
            <pc:docMk/>
            <pc:sldMk cId="1325867445" sldId="855"/>
            <ac:spMk id="5" creationId="{7FE24FB9-B73A-4AD7-9638-058CF7068604}"/>
          </ac:spMkLst>
        </pc:spChg>
        <pc:spChg chg="add mod">
          <ac:chgData name="mike.baradaran@qa.com" userId="43fbaa8542b3ec4c" providerId="LiveId" clId="{D73FA3CC-CF42-4547-8DAE-D0AF99A03969}" dt="2022-03-26T09:33:47.563" v="2973" actId="1038"/>
          <ac:spMkLst>
            <pc:docMk/>
            <pc:sldMk cId="1325867445" sldId="855"/>
            <ac:spMk id="8" creationId="{190DE9D1-FCD5-4A25-94AC-5F93A5186992}"/>
          </ac:spMkLst>
        </pc:spChg>
        <pc:spChg chg="add mod">
          <ac:chgData name="mike.baradaran@qa.com" userId="43fbaa8542b3ec4c" providerId="LiveId" clId="{D73FA3CC-CF42-4547-8DAE-D0AF99A03969}" dt="2022-03-26T09:45:38.697" v="3128" actId="108"/>
          <ac:spMkLst>
            <pc:docMk/>
            <pc:sldMk cId="1325867445" sldId="855"/>
            <ac:spMk id="9" creationId="{1E9D523D-3D1F-4AA5-93EE-C4A8F761FE70}"/>
          </ac:spMkLst>
        </pc:spChg>
        <pc:picChg chg="add mod">
          <ac:chgData name="mike.baradaran@qa.com" userId="43fbaa8542b3ec4c" providerId="LiveId" clId="{D73FA3CC-CF42-4547-8DAE-D0AF99A03969}" dt="2022-03-26T09:33:57.588" v="2979" actId="1036"/>
          <ac:picMkLst>
            <pc:docMk/>
            <pc:sldMk cId="1325867445" sldId="855"/>
            <ac:picMk id="7" creationId="{1B871AF5-ABE0-47E9-8384-286A43110875}"/>
          </ac:picMkLst>
        </pc:picChg>
      </pc:sldChg>
      <pc:sldChg chg="addSp delSp modSp mod">
        <pc:chgData name="mike.baradaran@qa.com" userId="43fbaa8542b3ec4c" providerId="LiveId" clId="{D73FA3CC-CF42-4547-8DAE-D0AF99A03969}" dt="2022-03-28T16:08:40.180" v="8134" actId="1076"/>
        <pc:sldMkLst>
          <pc:docMk/>
          <pc:sldMk cId="3629939968" sldId="856"/>
        </pc:sldMkLst>
        <pc:spChg chg="mod">
          <ac:chgData name="mike.baradaran@qa.com" userId="43fbaa8542b3ec4c" providerId="LiveId" clId="{D73FA3CC-CF42-4547-8DAE-D0AF99A03969}" dt="2022-03-26T10:27:03.124" v="4119" actId="20577"/>
          <ac:spMkLst>
            <pc:docMk/>
            <pc:sldMk cId="3629939968" sldId="856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8T16:07:08.676" v="8089" actId="20577"/>
          <ac:spMkLst>
            <pc:docMk/>
            <pc:sldMk cId="3629939968" sldId="856"/>
            <ac:spMk id="4" creationId="{B6F948DE-9BA4-4416-B213-36446EDA8F67}"/>
          </ac:spMkLst>
        </pc:spChg>
        <pc:spChg chg="add del mod">
          <ac:chgData name="mike.baradaran@qa.com" userId="43fbaa8542b3ec4c" providerId="LiveId" clId="{D73FA3CC-CF42-4547-8DAE-D0AF99A03969}" dt="2022-03-25T23:06:41.765" v="342" actId="478"/>
          <ac:spMkLst>
            <pc:docMk/>
            <pc:sldMk cId="3629939968" sldId="856"/>
            <ac:spMk id="6" creationId="{9C4FC900-38F4-48E3-A3AA-B2A580676627}"/>
          </ac:spMkLst>
        </pc:spChg>
        <pc:spChg chg="add mod">
          <ac:chgData name="mike.baradaran@qa.com" userId="43fbaa8542b3ec4c" providerId="LiveId" clId="{D73FA3CC-CF42-4547-8DAE-D0AF99A03969}" dt="2022-03-28T16:08:40.180" v="8134" actId="1076"/>
          <ac:spMkLst>
            <pc:docMk/>
            <pc:sldMk cId="3629939968" sldId="856"/>
            <ac:spMk id="7" creationId="{C8DF4137-8262-443C-8AA1-F22977FF0E9A}"/>
          </ac:spMkLst>
        </pc:spChg>
        <pc:spChg chg="mod">
          <ac:chgData name="mike.baradaran@qa.com" userId="43fbaa8542b3ec4c" providerId="LiveId" clId="{D73FA3CC-CF42-4547-8DAE-D0AF99A03969}" dt="2022-03-26T10:27:24.256" v="4164" actId="14100"/>
          <ac:spMkLst>
            <pc:docMk/>
            <pc:sldMk cId="3629939968" sldId="856"/>
            <ac:spMk id="10" creationId="{2D07F417-D4A5-43B4-B913-307CBB5CDCE9}"/>
          </ac:spMkLst>
        </pc:spChg>
        <pc:picChg chg="mod">
          <ac:chgData name="mike.baradaran@qa.com" userId="43fbaa8542b3ec4c" providerId="LiveId" clId="{D73FA3CC-CF42-4547-8DAE-D0AF99A03969}" dt="2022-03-28T16:08:11.386" v="8133" actId="1036"/>
          <ac:picMkLst>
            <pc:docMk/>
            <pc:sldMk cId="3629939968" sldId="856"/>
            <ac:picMk id="8" creationId="{CD48847F-8B24-4DDE-8730-1D05862816EE}"/>
          </ac:picMkLst>
        </pc:picChg>
      </pc:sldChg>
      <pc:sldChg chg="del">
        <pc:chgData name="mike.baradaran@qa.com" userId="43fbaa8542b3ec4c" providerId="LiveId" clId="{D73FA3CC-CF42-4547-8DAE-D0AF99A03969}" dt="2022-03-25T23:20:31.441" v="590" actId="47"/>
        <pc:sldMkLst>
          <pc:docMk/>
          <pc:sldMk cId="3211345909" sldId="864"/>
        </pc:sldMkLst>
      </pc:sldChg>
      <pc:sldChg chg="ord">
        <pc:chgData name="mike.baradaran@qa.com" userId="43fbaa8542b3ec4c" providerId="LiveId" clId="{D73FA3CC-CF42-4547-8DAE-D0AF99A03969}" dt="2022-03-25T23:19:49.215" v="589"/>
        <pc:sldMkLst>
          <pc:docMk/>
          <pc:sldMk cId="571749171" sldId="865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718634871" sldId="866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482546413" sldId="867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765237618" sldId="868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622437006" sldId="869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542143505" sldId="870"/>
        </pc:sldMkLst>
      </pc:sldChg>
      <pc:sldChg chg="addSp delSp modSp mod">
        <pc:chgData name="mike.baradaran@qa.com" userId="43fbaa8542b3ec4c" providerId="LiveId" clId="{D73FA3CC-CF42-4547-8DAE-D0AF99A03969}" dt="2022-03-25T23:24:04.100" v="722" actId="20577"/>
        <pc:sldMkLst>
          <pc:docMk/>
          <pc:sldMk cId="1875330337" sldId="871"/>
        </pc:sldMkLst>
        <pc:spChg chg="mod">
          <ac:chgData name="mike.baradaran@qa.com" userId="43fbaa8542b3ec4c" providerId="LiveId" clId="{D73FA3CC-CF42-4547-8DAE-D0AF99A03969}" dt="2022-03-25T23:23:31.792" v="677" actId="1035"/>
          <ac:spMkLst>
            <pc:docMk/>
            <pc:sldMk cId="1875330337" sldId="871"/>
            <ac:spMk id="2" creationId="{A9225AEA-A16F-4BB6-901D-45025B431027}"/>
          </ac:spMkLst>
        </pc:spChg>
        <pc:spChg chg="mod">
          <ac:chgData name="mike.baradaran@qa.com" userId="43fbaa8542b3ec4c" providerId="LiveId" clId="{D73FA3CC-CF42-4547-8DAE-D0AF99A03969}" dt="2022-03-25T23:23:37.154" v="679" actId="20577"/>
          <ac:spMkLst>
            <pc:docMk/>
            <pc:sldMk cId="1875330337" sldId="871"/>
            <ac:spMk id="3" creationId="{7EE23549-8E19-40A1-A106-9740BFD0462C}"/>
          </ac:spMkLst>
        </pc:spChg>
        <pc:spChg chg="del">
          <ac:chgData name="mike.baradaran@qa.com" userId="43fbaa8542b3ec4c" providerId="LiveId" clId="{D73FA3CC-CF42-4547-8DAE-D0AF99A03969}" dt="2022-03-25T23:23:19.049" v="630" actId="478"/>
          <ac:spMkLst>
            <pc:docMk/>
            <pc:sldMk cId="1875330337" sldId="871"/>
            <ac:spMk id="5" creationId="{62C6A8D1-6EC4-4562-986B-41283B4D1945}"/>
          </ac:spMkLst>
        </pc:spChg>
        <pc:spChg chg="add mod">
          <ac:chgData name="mike.baradaran@qa.com" userId="43fbaa8542b3ec4c" providerId="LiveId" clId="{D73FA3CC-CF42-4547-8DAE-D0AF99A03969}" dt="2022-03-25T23:23:45.045" v="719" actId="1037"/>
          <ac:spMkLst>
            <pc:docMk/>
            <pc:sldMk cId="1875330337" sldId="871"/>
            <ac:spMk id="6" creationId="{6BBC0762-7ED2-42EF-9A8B-C1D23AB0C9E5}"/>
          </ac:spMkLst>
        </pc:spChg>
        <pc:spChg chg="mod">
          <ac:chgData name="mike.baradaran@qa.com" userId="43fbaa8542b3ec4c" providerId="LiveId" clId="{D73FA3CC-CF42-4547-8DAE-D0AF99A03969}" dt="2022-03-25T23:24:04.100" v="722" actId="20577"/>
          <ac:spMkLst>
            <pc:docMk/>
            <pc:sldMk cId="1875330337" sldId="871"/>
            <ac:spMk id="10" creationId="{AF81BC13-EA1B-4AD7-94FB-FD04259C2B79}"/>
          </ac:spMkLst>
        </pc:spChg>
      </pc:sldChg>
      <pc:sldChg chg="addSp modSp mod">
        <pc:chgData name="mike.baradaran@qa.com" userId="43fbaa8542b3ec4c" providerId="LiveId" clId="{D73FA3CC-CF42-4547-8DAE-D0AF99A03969}" dt="2022-03-25T23:33:35.239" v="958" actId="3626"/>
        <pc:sldMkLst>
          <pc:docMk/>
          <pc:sldMk cId="4141420075" sldId="872"/>
        </pc:sldMkLst>
        <pc:spChg chg="mod">
          <ac:chgData name="mike.baradaran@qa.com" userId="43fbaa8542b3ec4c" providerId="LiveId" clId="{D73FA3CC-CF42-4547-8DAE-D0AF99A03969}" dt="2022-03-25T23:33:35.239" v="958" actId="3626"/>
          <ac:spMkLst>
            <pc:docMk/>
            <pc:sldMk cId="4141420075" sldId="872"/>
            <ac:spMk id="3" creationId="{7EE23549-8E19-40A1-A106-9740BFD0462C}"/>
          </ac:spMkLst>
        </pc:spChg>
        <pc:spChg chg="add mod">
          <ac:chgData name="mike.baradaran@qa.com" userId="43fbaa8542b3ec4c" providerId="LiveId" clId="{D73FA3CC-CF42-4547-8DAE-D0AF99A03969}" dt="2022-03-25T23:30:41.530" v="846" actId="1076"/>
          <ac:spMkLst>
            <pc:docMk/>
            <pc:sldMk cId="4141420075" sldId="872"/>
            <ac:spMk id="5" creationId="{773E12E7-4593-4CE2-8747-1FBCB3583A75}"/>
          </ac:spMkLst>
        </pc:spChg>
        <pc:spChg chg="add mod">
          <ac:chgData name="mike.baradaran@qa.com" userId="43fbaa8542b3ec4c" providerId="LiveId" clId="{D73FA3CC-CF42-4547-8DAE-D0AF99A03969}" dt="2022-03-25T23:31:48.524" v="915" actId="1076"/>
          <ac:spMkLst>
            <pc:docMk/>
            <pc:sldMk cId="4141420075" sldId="872"/>
            <ac:spMk id="6" creationId="{A194934A-DE34-4172-BE0E-BCA3B3D51266}"/>
          </ac:spMkLst>
        </pc:spChg>
        <pc:spChg chg="add mod">
          <ac:chgData name="mike.baradaran@qa.com" userId="43fbaa8542b3ec4c" providerId="LiveId" clId="{D73FA3CC-CF42-4547-8DAE-D0AF99A03969}" dt="2022-03-25T23:31:57.602" v="955" actId="1036"/>
          <ac:spMkLst>
            <pc:docMk/>
            <pc:sldMk cId="4141420075" sldId="872"/>
            <ac:spMk id="7" creationId="{6BBD9716-6971-4C9B-8372-B179DB6FA3B6}"/>
          </ac:spMkLst>
        </pc:spChg>
      </pc:sldChg>
      <pc:sldChg chg="addSp delSp mod">
        <pc:chgData name="mike.baradaran@qa.com" userId="43fbaa8542b3ec4c" providerId="LiveId" clId="{D73FA3CC-CF42-4547-8DAE-D0AF99A03969}" dt="2022-03-25T23:35:34.943" v="960" actId="22"/>
        <pc:sldMkLst>
          <pc:docMk/>
          <pc:sldMk cId="2500346456" sldId="873"/>
        </pc:sldMkLst>
        <pc:spChg chg="add del">
          <ac:chgData name="mike.baradaran@qa.com" userId="43fbaa8542b3ec4c" providerId="LiveId" clId="{D73FA3CC-CF42-4547-8DAE-D0AF99A03969}" dt="2022-03-25T23:35:34.943" v="960" actId="22"/>
          <ac:spMkLst>
            <pc:docMk/>
            <pc:sldMk cId="2500346456" sldId="873"/>
            <ac:spMk id="9" creationId="{F0B4775E-36ED-4CF3-AB73-625ECDDA8ACA}"/>
          </ac:spMkLst>
        </pc:sp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080997032" sldId="874"/>
        </pc:sldMkLst>
      </pc:sldChg>
      <pc:sldChg chg="addSp modSp add del mod">
        <pc:chgData name="mike.baradaran@qa.com" userId="43fbaa8542b3ec4c" providerId="LiveId" clId="{D73FA3CC-CF42-4547-8DAE-D0AF99A03969}" dt="2022-03-28T16:23:30.401" v="8731" actId="1038"/>
        <pc:sldMkLst>
          <pc:docMk/>
          <pc:sldMk cId="355737554" sldId="875"/>
        </pc:sldMkLst>
        <pc:spChg chg="mod">
          <ac:chgData name="mike.baradaran@qa.com" userId="43fbaa8542b3ec4c" providerId="LiveId" clId="{D73FA3CC-CF42-4547-8DAE-D0AF99A03969}" dt="2022-03-28T16:23:19.060" v="8720" actId="20577"/>
          <ac:spMkLst>
            <pc:docMk/>
            <pc:sldMk cId="355737554" sldId="875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8T16:23:30.401" v="8731" actId="1038"/>
          <ac:spMkLst>
            <pc:docMk/>
            <pc:sldMk cId="355737554" sldId="875"/>
            <ac:spMk id="5" creationId="{AB56B39E-4277-4DA5-A5CB-9950B853F874}"/>
          </ac:spMkLst>
        </pc:spChg>
        <pc:spChg chg="mod">
          <ac:chgData name="mike.baradaran@qa.com" userId="43fbaa8542b3ec4c" providerId="LiveId" clId="{D73FA3CC-CF42-4547-8DAE-D0AF99A03969}" dt="2022-03-28T16:20:02.136" v="8289" actId="113"/>
          <ac:spMkLst>
            <pc:docMk/>
            <pc:sldMk cId="355737554" sldId="875"/>
            <ac:spMk id="7" creationId="{1DBB201D-D039-4454-A778-4426D6B953CC}"/>
          </ac:spMkLst>
        </pc:spChg>
        <pc:spChg chg="add mod">
          <ac:chgData name="mike.baradaran@qa.com" userId="43fbaa8542b3ec4c" providerId="LiveId" clId="{D73FA3CC-CF42-4547-8DAE-D0AF99A03969}" dt="2022-03-28T16:21:17.384" v="8469" actId="1036"/>
          <ac:spMkLst>
            <pc:docMk/>
            <pc:sldMk cId="355737554" sldId="875"/>
            <ac:spMk id="9" creationId="{7D02D82B-5277-4340-A70E-575028CE2297}"/>
          </ac:spMkLst>
        </pc:spChg>
        <pc:spChg chg="add mod">
          <ac:chgData name="mike.baradaran@qa.com" userId="43fbaa8542b3ec4c" providerId="LiveId" clId="{D73FA3CC-CF42-4547-8DAE-D0AF99A03969}" dt="2022-03-28T16:21:31.297" v="8524" actId="20577"/>
          <ac:spMkLst>
            <pc:docMk/>
            <pc:sldMk cId="355737554" sldId="875"/>
            <ac:spMk id="10" creationId="{5C1C6570-56A9-4519-97AA-FCD1B0CA115E}"/>
          </ac:spMkLst>
        </pc:spChg>
        <pc:spChg chg="add mod">
          <ac:chgData name="mike.baradaran@qa.com" userId="43fbaa8542b3ec4c" providerId="LiveId" clId="{D73FA3CC-CF42-4547-8DAE-D0AF99A03969}" dt="2022-03-28T16:23:30.401" v="8731" actId="1038"/>
          <ac:spMkLst>
            <pc:docMk/>
            <pc:sldMk cId="355737554" sldId="875"/>
            <ac:spMk id="11" creationId="{3A89789C-2487-428B-AAC5-11724676052A}"/>
          </ac:spMkLst>
        </pc:spChg>
        <pc:spChg chg="add mod">
          <ac:chgData name="mike.baradaran@qa.com" userId="43fbaa8542b3ec4c" providerId="LiveId" clId="{D73FA3CC-CF42-4547-8DAE-D0AF99A03969}" dt="2022-03-28T16:22:34.114" v="8688" actId="20577"/>
          <ac:spMkLst>
            <pc:docMk/>
            <pc:sldMk cId="355737554" sldId="875"/>
            <ac:spMk id="12" creationId="{F80290A4-C10F-424B-8152-F1C9A25A3AB0}"/>
          </ac:spMkLst>
        </pc:spChg>
        <pc:cxnChg chg="add mod">
          <ac:chgData name="mike.baradaran@qa.com" userId="43fbaa8542b3ec4c" providerId="LiveId" clId="{D73FA3CC-CF42-4547-8DAE-D0AF99A03969}" dt="2022-03-28T16:23:30.401" v="8731" actId="1038"/>
          <ac:cxnSpMkLst>
            <pc:docMk/>
            <pc:sldMk cId="355737554" sldId="875"/>
            <ac:cxnSpMk id="6" creationId="{DACB000A-CE23-405A-9692-24803277840E}"/>
          </ac:cxnSpMkLst>
        </pc:cxn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856286788" sldId="877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262397240" sldId="878"/>
        </pc:sldMkLst>
      </pc:sldChg>
      <pc:sldChg chg="addSp delSp modSp mod">
        <pc:chgData name="mike.baradaran@qa.com" userId="43fbaa8542b3ec4c" providerId="LiveId" clId="{D73FA3CC-CF42-4547-8DAE-D0AF99A03969}" dt="2022-03-28T16:04:49.091" v="8052" actId="14100"/>
        <pc:sldMkLst>
          <pc:docMk/>
          <pc:sldMk cId="2297425384" sldId="879"/>
        </pc:sldMkLst>
        <pc:spChg chg="mod">
          <ac:chgData name="mike.baradaran@qa.com" userId="43fbaa8542b3ec4c" providerId="LiveId" clId="{D73FA3CC-CF42-4547-8DAE-D0AF99A03969}" dt="2022-03-28T16:01:49.301" v="7987" actId="6549"/>
          <ac:spMkLst>
            <pc:docMk/>
            <pc:sldMk cId="2297425384" sldId="879"/>
            <ac:spMk id="3" creationId="{7EE23549-8E19-40A1-A106-9740BFD0462C}"/>
          </ac:spMkLst>
        </pc:spChg>
        <pc:picChg chg="mod">
          <ac:chgData name="mike.baradaran@qa.com" userId="43fbaa8542b3ec4c" providerId="LiveId" clId="{D73FA3CC-CF42-4547-8DAE-D0AF99A03969}" dt="2022-03-28T16:03:31.815" v="8025" actId="1037"/>
          <ac:picMkLst>
            <pc:docMk/>
            <pc:sldMk cId="2297425384" sldId="879"/>
            <ac:picMk id="5" creationId="{56BAC5E5-96B2-487C-B640-D6106AEAC1BB}"/>
          </ac:picMkLst>
        </pc:picChg>
        <pc:picChg chg="add del mod">
          <ac:chgData name="mike.baradaran@qa.com" userId="43fbaa8542b3ec4c" providerId="LiveId" clId="{D73FA3CC-CF42-4547-8DAE-D0AF99A03969}" dt="2022-03-28T16:00:03.076" v="7904" actId="478"/>
          <ac:picMkLst>
            <pc:docMk/>
            <pc:sldMk cId="2297425384" sldId="879"/>
            <ac:picMk id="6" creationId="{F7FA7692-E7BE-45E2-8FAC-60820084E1A6}"/>
          </ac:picMkLst>
        </pc:picChg>
        <pc:picChg chg="add mod">
          <ac:chgData name="mike.baradaran@qa.com" userId="43fbaa8542b3ec4c" providerId="LiveId" clId="{D73FA3CC-CF42-4547-8DAE-D0AF99A03969}" dt="2022-03-28T16:04:49.091" v="8052" actId="14100"/>
          <ac:picMkLst>
            <pc:docMk/>
            <pc:sldMk cId="2297425384" sldId="879"/>
            <ac:picMk id="8" creationId="{449995C9-B931-423F-8D62-155C26A8F2CC}"/>
          </ac:picMkLst>
        </pc:pic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586574886" sldId="883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455047966" sldId="885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829760470" sldId="887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769016310" sldId="888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009860104" sldId="891"/>
        </pc:sldMkLst>
      </pc:sldChg>
      <pc:sldChg chg="addSp delSp modSp mod">
        <pc:chgData name="mike.baradaran@qa.com" userId="43fbaa8542b3ec4c" providerId="LiveId" clId="{D73FA3CC-CF42-4547-8DAE-D0AF99A03969}" dt="2022-03-26T15:52:44.427" v="4400" actId="14100"/>
        <pc:sldMkLst>
          <pc:docMk/>
          <pc:sldMk cId="2067563372" sldId="892"/>
        </pc:sldMkLst>
        <pc:spChg chg="mod">
          <ac:chgData name="mike.baradaran@qa.com" userId="43fbaa8542b3ec4c" providerId="LiveId" clId="{D73FA3CC-CF42-4547-8DAE-D0AF99A03969}" dt="2022-03-26T15:51:55.346" v="4388" actId="6549"/>
          <ac:spMkLst>
            <pc:docMk/>
            <pc:sldMk cId="2067563372" sldId="892"/>
            <ac:spMk id="3" creationId="{7EE23549-8E19-40A1-A106-9740BFD0462C}"/>
          </ac:spMkLst>
        </pc:spChg>
        <pc:spChg chg="mod ord">
          <ac:chgData name="mike.baradaran@qa.com" userId="43fbaa8542b3ec4c" providerId="LiveId" clId="{D73FA3CC-CF42-4547-8DAE-D0AF99A03969}" dt="2022-03-26T15:51:42.900" v="4387" actId="1037"/>
          <ac:spMkLst>
            <pc:docMk/>
            <pc:sldMk cId="2067563372" sldId="892"/>
            <ac:spMk id="5" creationId="{4231BBF0-F604-47A5-B3E2-776D4DE84FC2}"/>
          </ac:spMkLst>
        </pc:spChg>
        <pc:spChg chg="add mod ord">
          <ac:chgData name="mike.baradaran@qa.com" userId="43fbaa8542b3ec4c" providerId="LiveId" clId="{D73FA3CC-CF42-4547-8DAE-D0AF99A03969}" dt="2022-03-26T15:52:44.427" v="4400" actId="14100"/>
          <ac:spMkLst>
            <pc:docMk/>
            <pc:sldMk cId="2067563372" sldId="892"/>
            <ac:spMk id="6" creationId="{4C1B4408-0756-40C2-A83E-8A054BBB1FD3}"/>
          </ac:spMkLst>
        </pc:spChg>
        <pc:spChg chg="mod">
          <ac:chgData name="mike.baradaran@qa.com" userId="43fbaa8542b3ec4c" providerId="LiveId" clId="{D73FA3CC-CF42-4547-8DAE-D0AF99A03969}" dt="2022-03-26T15:52:08.579" v="4398" actId="1035"/>
          <ac:spMkLst>
            <pc:docMk/>
            <pc:sldMk cId="2067563372" sldId="892"/>
            <ac:spMk id="7" creationId="{7B8A3690-CD5B-4ACE-A7B2-99D2617BF97F}"/>
          </ac:spMkLst>
        </pc:spChg>
        <pc:spChg chg="add mod">
          <ac:chgData name="mike.baradaran@qa.com" userId="43fbaa8542b3ec4c" providerId="LiveId" clId="{D73FA3CC-CF42-4547-8DAE-D0AF99A03969}" dt="2022-03-25T23:19:08.381" v="587" actId="1036"/>
          <ac:spMkLst>
            <pc:docMk/>
            <pc:sldMk cId="2067563372" sldId="892"/>
            <ac:spMk id="8" creationId="{F087C1BB-E8EF-4905-865D-059296401BD5}"/>
          </ac:spMkLst>
        </pc:spChg>
        <pc:graphicFrameChg chg="add del mod modGraphic">
          <ac:chgData name="mike.baradaran@qa.com" userId="43fbaa8542b3ec4c" providerId="LiveId" clId="{D73FA3CC-CF42-4547-8DAE-D0AF99A03969}" dt="2022-03-25T23:10:17.188" v="402" actId="3680"/>
          <ac:graphicFrameMkLst>
            <pc:docMk/>
            <pc:sldMk cId="2067563372" sldId="892"/>
            <ac:graphicFrameMk id="2" creationId="{DBA6E63F-1B57-455B-A3BB-BF95B7C4B828}"/>
          </ac:graphicFrameMkLst>
        </pc:graphicFrame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76490025" sldId="893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191937424" sldId="895"/>
        </pc:sldMkLst>
      </pc:sldChg>
      <pc:sldChg chg="addSp delSp modSp add mod delAnim modAnim">
        <pc:chgData name="mike.baradaran@qa.com" userId="43fbaa8542b3ec4c" providerId="LiveId" clId="{D73FA3CC-CF42-4547-8DAE-D0AF99A03969}" dt="2022-03-29T12:49:29.208" v="9539" actId="20577"/>
        <pc:sldMkLst>
          <pc:docMk/>
          <pc:sldMk cId="813109979" sldId="896"/>
        </pc:sldMkLst>
        <pc:spChg chg="mod">
          <ac:chgData name="mike.baradaran@qa.com" userId="43fbaa8542b3ec4c" providerId="LiveId" clId="{D73FA3CC-CF42-4547-8DAE-D0AF99A03969}" dt="2022-03-29T12:48:53.683" v="9538" actId="1038"/>
          <ac:spMkLst>
            <pc:docMk/>
            <pc:sldMk cId="813109979" sldId="896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9T12:49:29.208" v="9539" actId="20577"/>
          <ac:spMkLst>
            <pc:docMk/>
            <pc:sldMk cId="813109979" sldId="896"/>
            <ac:spMk id="4" creationId="{B6F948DE-9BA4-4416-B213-36446EDA8F67}"/>
          </ac:spMkLst>
        </pc:spChg>
        <pc:spChg chg="mod">
          <ac:chgData name="mike.baradaran@qa.com" userId="43fbaa8542b3ec4c" providerId="LiveId" clId="{D73FA3CC-CF42-4547-8DAE-D0AF99A03969}" dt="2022-03-26T09:56:25.310" v="3133" actId="1076"/>
          <ac:spMkLst>
            <pc:docMk/>
            <pc:sldMk cId="813109979" sldId="896"/>
            <ac:spMk id="6" creationId="{80ACC970-17A7-402B-9147-D9E2D3F1FFE6}"/>
          </ac:spMkLst>
        </pc:spChg>
        <pc:spChg chg="add del mod">
          <ac:chgData name="mike.baradaran@qa.com" userId="43fbaa8542b3ec4c" providerId="LiveId" clId="{D73FA3CC-CF42-4547-8DAE-D0AF99A03969}" dt="2022-03-29T12:42:16.956" v="9231" actId="478"/>
          <ac:spMkLst>
            <pc:docMk/>
            <pc:sldMk cId="813109979" sldId="896"/>
            <ac:spMk id="8" creationId="{A2C25FBF-DAD2-4183-9EC9-23FD7D0BE16C}"/>
          </ac:spMkLst>
        </pc:spChg>
        <pc:spChg chg="add mod">
          <ac:chgData name="mike.baradaran@qa.com" userId="43fbaa8542b3ec4c" providerId="LiveId" clId="{D73FA3CC-CF42-4547-8DAE-D0AF99A03969}" dt="2022-03-29T12:48:38.363" v="9512" actId="20577"/>
          <ac:spMkLst>
            <pc:docMk/>
            <pc:sldMk cId="813109979" sldId="896"/>
            <ac:spMk id="10" creationId="{419E61FE-7C19-43E9-B484-7A0E5A693101}"/>
          </ac:spMkLst>
        </pc:spChg>
        <pc:spChg chg="mod ord">
          <ac:chgData name="mike.baradaran@qa.com" userId="43fbaa8542b3ec4c" providerId="LiveId" clId="{D73FA3CC-CF42-4547-8DAE-D0AF99A03969}" dt="2022-03-29T12:48:32.351" v="9508" actId="20577"/>
          <ac:spMkLst>
            <pc:docMk/>
            <pc:sldMk cId="813109979" sldId="896"/>
            <ac:spMk id="14" creationId="{0E5A096D-925A-4046-8302-2801F8DF6735}"/>
          </ac:spMkLst>
        </pc:spChg>
        <pc:picChg chg="del mod">
          <ac:chgData name="mike.baradaran@qa.com" userId="43fbaa8542b3ec4c" providerId="LiveId" clId="{D73FA3CC-CF42-4547-8DAE-D0AF99A03969}" dt="2022-03-29T12:41:44.776" v="9228" actId="478"/>
          <ac:picMkLst>
            <pc:docMk/>
            <pc:sldMk cId="813109979" sldId="896"/>
            <ac:picMk id="9" creationId="{5221C580-53D8-4115-91FB-23482E428F3F}"/>
          </ac:picMkLst>
        </pc:picChg>
      </pc:sldChg>
      <pc:sldChg chg="del">
        <pc:chgData name="mike.baradaran@qa.com" userId="43fbaa8542b3ec4c" providerId="LiveId" clId="{D73FA3CC-CF42-4547-8DAE-D0AF99A03969}" dt="2022-03-25T23:35:45.058" v="961" actId="2696"/>
        <pc:sldMkLst>
          <pc:docMk/>
          <pc:sldMk cId="1806225656" sldId="896"/>
        </pc:sldMkLst>
      </pc:sldChg>
      <pc:sldChg chg="addSp delSp modSp add mod">
        <pc:chgData name="mike.baradaran@qa.com" userId="43fbaa8542b3ec4c" providerId="LiveId" clId="{D73FA3CC-CF42-4547-8DAE-D0AF99A03969}" dt="2022-03-26T10:03:26.169" v="3708" actId="1038"/>
        <pc:sldMkLst>
          <pc:docMk/>
          <pc:sldMk cId="104160851" sldId="897"/>
        </pc:sldMkLst>
        <pc:spChg chg="add del mod">
          <ac:chgData name="mike.baradaran@qa.com" userId="43fbaa8542b3ec4c" providerId="LiveId" clId="{D73FA3CC-CF42-4547-8DAE-D0AF99A03969}" dt="2022-03-26T09:56:42.722" v="3217" actId="478"/>
          <ac:spMkLst>
            <pc:docMk/>
            <pc:sldMk cId="104160851" sldId="897"/>
            <ac:spMk id="7" creationId="{1D77C590-1F79-4ADA-94E2-A43E9C0E1900}"/>
          </ac:spMkLst>
        </pc:spChg>
        <pc:spChg chg="add mod">
          <ac:chgData name="mike.baradaran@qa.com" userId="43fbaa8542b3ec4c" providerId="LiveId" clId="{D73FA3CC-CF42-4547-8DAE-D0AF99A03969}" dt="2022-03-26T09:56:35.617" v="3215" actId="1037"/>
          <ac:spMkLst>
            <pc:docMk/>
            <pc:sldMk cId="104160851" sldId="897"/>
            <ac:spMk id="8" creationId="{6C6369F9-1790-4EC1-8C54-5C41A226BDB0}"/>
          </ac:spMkLst>
        </pc:spChg>
        <pc:spChg chg="mod">
          <ac:chgData name="mike.baradaran@qa.com" userId="43fbaa8542b3ec4c" providerId="LiveId" clId="{D73FA3CC-CF42-4547-8DAE-D0AF99A03969}" dt="2022-03-26T10:03:15.125" v="3705" actId="14861"/>
          <ac:spMkLst>
            <pc:docMk/>
            <pc:sldMk cId="104160851" sldId="897"/>
            <ac:spMk id="9" creationId="{4273D4DD-D220-43D4-AA94-56874203ECD5}"/>
          </ac:spMkLst>
        </pc:spChg>
        <pc:spChg chg="add del mod">
          <ac:chgData name="mike.baradaran@qa.com" userId="43fbaa8542b3ec4c" providerId="LiveId" clId="{D73FA3CC-CF42-4547-8DAE-D0AF99A03969}" dt="2022-03-26T09:58:09.365" v="3309" actId="478"/>
          <ac:spMkLst>
            <pc:docMk/>
            <pc:sldMk cId="104160851" sldId="897"/>
            <ac:spMk id="12" creationId="{52E35201-EB04-4BDD-B700-C58FFB69FB74}"/>
          </ac:spMkLst>
        </pc:spChg>
        <pc:spChg chg="add mod">
          <ac:chgData name="mike.baradaran@qa.com" userId="43fbaa8542b3ec4c" providerId="LiveId" clId="{D73FA3CC-CF42-4547-8DAE-D0AF99A03969}" dt="2022-03-26T10:02:53.772" v="3679" actId="14100"/>
          <ac:spMkLst>
            <pc:docMk/>
            <pc:sldMk cId="104160851" sldId="897"/>
            <ac:spMk id="13" creationId="{24A7CA50-8D31-40C4-A196-BBF315E9F1F6}"/>
          </ac:spMkLst>
        </pc:spChg>
        <pc:picChg chg="add mod">
          <ac:chgData name="mike.baradaran@qa.com" userId="43fbaa8542b3ec4c" providerId="LiveId" clId="{D73FA3CC-CF42-4547-8DAE-D0AF99A03969}" dt="2022-03-26T10:03:26.169" v="3708" actId="1038"/>
          <ac:picMkLst>
            <pc:docMk/>
            <pc:sldMk cId="104160851" sldId="897"/>
            <ac:picMk id="6" creationId="{D635DEE1-29BC-40EE-BE21-F7405E4B3D5F}"/>
          </ac:picMkLst>
        </pc:picChg>
        <pc:picChg chg="del">
          <ac:chgData name="mike.baradaran@qa.com" userId="43fbaa8542b3ec4c" providerId="LiveId" clId="{D73FA3CC-CF42-4547-8DAE-D0AF99A03969}" dt="2022-03-26T09:57:32.930" v="3218" actId="478"/>
          <ac:picMkLst>
            <pc:docMk/>
            <pc:sldMk cId="104160851" sldId="897"/>
            <ac:picMk id="11" creationId="{2404235E-5956-4A50-BD23-84012905F2C5}"/>
          </ac:picMkLst>
        </pc:picChg>
      </pc:sldChg>
      <pc:sldChg chg="del">
        <pc:chgData name="mike.baradaran@qa.com" userId="43fbaa8542b3ec4c" providerId="LiveId" clId="{D73FA3CC-CF42-4547-8DAE-D0AF99A03969}" dt="2022-03-25T23:35:45.058" v="961" actId="2696"/>
        <pc:sldMkLst>
          <pc:docMk/>
          <pc:sldMk cId="181606008" sldId="897"/>
        </pc:sldMkLst>
      </pc:sldChg>
      <pc:sldChg chg="modSp add del mod">
        <pc:chgData name="mike.baradaran@qa.com" userId="43fbaa8542b3ec4c" providerId="LiveId" clId="{D73FA3CC-CF42-4547-8DAE-D0AF99A03969}" dt="2022-03-29T12:50:01.558" v="9548" actId="207"/>
        <pc:sldMkLst>
          <pc:docMk/>
          <pc:sldMk cId="901976755" sldId="898"/>
        </pc:sldMkLst>
        <pc:spChg chg="mod">
          <ac:chgData name="mike.baradaran@qa.com" userId="43fbaa8542b3ec4c" providerId="LiveId" clId="{D73FA3CC-CF42-4547-8DAE-D0AF99A03969}" dt="2022-03-29T12:49:51.494" v="9547" actId="20577"/>
          <ac:spMkLst>
            <pc:docMk/>
            <pc:sldMk cId="901976755" sldId="898"/>
            <ac:spMk id="4" creationId="{B6F948DE-9BA4-4416-B213-36446EDA8F67}"/>
          </ac:spMkLst>
        </pc:spChg>
        <pc:spChg chg="mod">
          <ac:chgData name="mike.baradaran@qa.com" userId="43fbaa8542b3ec4c" providerId="LiveId" clId="{D73FA3CC-CF42-4547-8DAE-D0AF99A03969}" dt="2022-03-29T12:50:01.558" v="9548" actId="207"/>
          <ac:spMkLst>
            <pc:docMk/>
            <pc:sldMk cId="901976755" sldId="898"/>
            <ac:spMk id="7" creationId="{88DB0791-CD14-4172-803E-3E640AF3391E}"/>
          </ac:spMkLst>
        </pc:spChg>
      </pc:sldChg>
      <pc:sldChg chg="addSp delSp modSp mod">
        <pc:chgData name="mike.baradaran@qa.com" userId="43fbaa8542b3ec4c" providerId="LiveId" clId="{D73FA3CC-CF42-4547-8DAE-D0AF99A03969}" dt="2022-03-26T10:19:22.063" v="4014" actId="1076"/>
        <pc:sldMkLst>
          <pc:docMk/>
          <pc:sldMk cId="4085023095" sldId="899"/>
        </pc:sldMkLst>
        <pc:spChg chg="del">
          <ac:chgData name="mike.baradaran@qa.com" userId="43fbaa8542b3ec4c" providerId="LiveId" clId="{D73FA3CC-CF42-4547-8DAE-D0AF99A03969}" dt="2022-03-25T22:29:45.734" v="204" actId="478"/>
          <ac:spMkLst>
            <pc:docMk/>
            <pc:sldMk cId="4085023095" sldId="899"/>
            <ac:spMk id="2" creationId="{7CBE6A03-1AF2-4A10-9FCC-4EE266FC8D1B}"/>
          </ac:spMkLst>
        </pc:spChg>
        <pc:spChg chg="add del mod">
          <ac:chgData name="mike.baradaran@qa.com" userId="43fbaa8542b3ec4c" providerId="LiveId" clId="{D73FA3CC-CF42-4547-8DAE-D0AF99A03969}" dt="2022-03-25T23:06:01.576" v="340" actId="478"/>
          <ac:spMkLst>
            <pc:docMk/>
            <pc:sldMk cId="4085023095" sldId="899"/>
            <ac:spMk id="6" creationId="{66F29F47-7F8C-43BC-B172-0CF499C5578F}"/>
          </ac:spMkLst>
        </pc:spChg>
        <pc:spChg chg="add mod">
          <ac:chgData name="mike.baradaran@qa.com" userId="43fbaa8542b3ec4c" providerId="LiveId" clId="{D73FA3CC-CF42-4547-8DAE-D0AF99A03969}" dt="2022-03-26T10:19:22.063" v="4014" actId="1076"/>
          <ac:spMkLst>
            <pc:docMk/>
            <pc:sldMk cId="4085023095" sldId="899"/>
            <ac:spMk id="7" creationId="{E9507F39-C4EF-4BC6-BC07-E8452ACE255C}"/>
          </ac:spMkLst>
        </pc:spChg>
        <pc:spChg chg="mod">
          <ac:chgData name="mike.baradaran@qa.com" userId="43fbaa8542b3ec4c" providerId="LiveId" clId="{D73FA3CC-CF42-4547-8DAE-D0AF99A03969}" dt="2022-03-26T10:19:18.412" v="4013" actId="14100"/>
          <ac:spMkLst>
            <pc:docMk/>
            <pc:sldMk cId="4085023095" sldId="899"/>
            <ac:spMk id="14" creationId="{D32D5040-CDD7-4570-9E84-BAC7B93991EE}"/>
          </ac:spMkLst>
        </pc:spChg>
        <pc:picChg chg="del">
          <ac:chgData name="mike.baradaran@qa.com" userId="43fbaa8542b3ec4c" providerId="LiveId" clId="{D73FA3CC-CF42-4547-8DAE-D0AF99A03969}" dt="2022-03-25T22:29:37.265" v="203" actId="478"/>
          <ac:picMkLst>
            <pc:docMk/>
            <pc:sldMk cId="4085023095" sldId="899"/>
            <ac:picMk id="11" creationId="{DA8708F3-A727-479B-9B39-CA466A0EDD7A}"/>
          </ac:picMkLst>
        </pc:pic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964136175" sldId="901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936463909" sldId="902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1158071121" sldId="903"/>
        </pc:sldMkLst>
      </pc:sldChg>
      <pc:sldChg chg="modSp mod">
        <pc:chgData name="mike.baradaran@qa.com" userId="43fbaa8542b3ec4c" providerId="LiveId" clId="{D73FA3CC-CF42-4547-8DAE-D0AF99A03969}" dt="2022-03-26T09:46:52.433" v="3129" actId="108"/>
        <pc:sldMkLst>
          <pc:docMk/>
          <pc:sldMk cId="3401631340" sldId="904"/>
        </pc:sldMkLst>
        <pc:spChg chg="mod">
          <ac:chgData name="mike.baradaran@qa.com" userId="43fbaa8542b3ec4c" providerId="LiveId" clId="{D73FA3CC-CF42-4547-8DAE-D0AF99A03969}" dt="2022-03-26T09:46:52.433" v="3129" actId="108"/>
          <ac:spMkLst>
            <pc:docMk/>
            <pc:sldMk cId="3401631340" sldId="904"/>
            <ac:spMk id="13" creationId="{027F0944-9BB5-4242-81E9-B8A1B8008077}"/>
          </ac:spMkLst>
        </pc:spChg>
      </pc:sldChg>
      <pc:sldChg chg="modSp mod">
        <pc:chgData name="mike.baradaran@qa.com" userId="43fbaa8542b3ec4c" providerId="LiveId" clId="{D73FA3CC-CF42-4547-8DAE-D0AF99A03969}" dt="2022-03-26T10:04:43.188" v="3718" actId="14100"/>
        <pc:sldMkLst>
          <pc:docMk/>
          <pc:sldMk cId="2970149930" sldId="906"/>
        </pc:sldMkLst>
        <pc:spChg chg="mod">
          <ac:chgData name="mike.baradaran@qa.com" userId="43fbaa8542b3ec4c" providerId="LiveId" clId="{D73FA3CC-CF42-4547-8DAE-D0AF99A03969}" dt="2022-03-26T10:03:44.719" v="3716" actId="1035"/>
          <ac:spMkLst>
            <pc:docMk/>
            <pc:sldMk cId="2970149930" sldId="906"/>
            <ac:spMk id="6" creationId="{60F59FF4-93B2-46A2-9283-F17B9E83D7E8}"/>
          </ac:spMkLst>
        </pc:spChg>
        <pc:picChg chg="mod">
          <ac:chgData name="mike.baradaran@qa.com" userId="43fbaa8542b3ec4c" providerId="LiveId" clId="{D73FA3CC-CF42-4547-8DAE-D0AF99A03969}" dt="2022-03-26T10:04:43.188" v="3718" actId="14100"/>
          <ac:picMkLst>
            <pc:docMk/>
            <pc:sldMk cId="2970149930" sldId="906"/>
            <ac:picMk id="8" creationId="{8F0954DE-E407-4046-81CE-BA656A56438B}"/>
          </ac:picMkLst>
        </pc:pic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4265601597" sldId="907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597060447" sldId="908"/>
        </pc:sldMkLst>
      </pc:sldChg>
      <pc:sldChg chg="modSp add del mod">
        <pc:chgData name="mike.baradaran@qa.com" userId="43fbaa8542b3ec4c" providerId="LiveId" clId="{D73FA3CC-CF42-4547-8DAE-D0AF99A03969}" dt="2022-03-28T16:17:09.164" v="8255" actId="1076"/>
        <pc:sldMkLst>
          <pc:docMk/>
          <pc:sldMk cId="2899282847" sldId="909"/>
        </pc:sldMkLst>
        <pc:spChg chg="mod">
          <ac:chgData name="mike.baradaran@qa.com" userId="43fbaa8542b3ec4c" providerId="LiveId" clId="{D73FA3CC-CF42-4547-8DAE-D0AF99A03969}" dt="2022-03-26T16:22:41.141" v="4594" actId="207"/>
          <ac:spMkLst>
            <pc:docMk/>
            <pc:sldMk cId="2899282847" sldId="909"/>
            <ac:spMk id="5" creationId="{5CFFF8D1-4868-48B7-912C-FC932E9E565B}"/>
          </ac:spMkLst>
        </pc:spChg>
        <pc:spChg chg="mod">
          <ac:chgData name="mike.baradaran@qa.com" userId="43fbaa8542b3ec4c" providerId="LiveId" clId="{D73FA3CC-CF42-4547-8DAE-D0AF99A03969}" dt="2022-03-28T16:17:09.164" v="8255" actId="1076"/>
          <ac:spMkLst>
            <pc:docMk/>
            <pc:sldMk cId="2899282847" sldId="909"/>
            <ac:spMk id="8" creationId="{A61FA424-4797-43E6-AB51-8AD58A9FBAE0}"/>
          </ac:spMkLst>
        </pc:spChg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438761960" sldId="910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794950267" sldId="911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424263396" sldId="912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142679956" sldId="913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34862763" sldId="914"/>
        </pc:sldMkLst>
      </pc:sldChg>
      <pc:sldChg chg="del">
        <pc:chgData name="mike.baradaran@qa.com" userId="43fbaa8542b3ec4c" providerId="LiveId" clId="{D73FA3CC-CF42-4547-8DAE-D0AF99A03969}" dt="2022-03-25T23:36:49.068" v="963" actId="47"/>
        <pc:sldMkLst>
          <pc:docMk/>
          <pc:sldMk cId="2006412059" sldId="915"/>
        </pc:sldMkLst>
      </pc:sldChg>
      <pc:sldChg chg="addSp delSp modSp add mod">
        <pc:chgData name="mike.baradaran@qa.com" userId="43fbaa8542b3ec4c" providerId="LiveId" clId="{D73FA3CC-CF42-4547-8DAE-D0AF99A03969}" dt="2022-03-26T10:18:38.093" v="4008" actId="14100"/>
        <pc:sldMkLst>
          <pc:docMk/>
          <pc:sldMk cId="1664557555" sldId="916"/>
        </pc:sldMkLst>
        <pc:spChg chg="add mod">
          <ac:chgData name="mike.baradaran@qa.com" userId="43fbaa8542b3ec4c" providerId="LiveId" clId="{D73FA3CC-CF42-4547-8DAE-D0AF99A03969}" dt="2022-03-26T10:18:28.687" v="4006" actId="207"/>
          <ac:spMkLst>
            <pc:docMk/>
            <pc:sldMk cId="1664557555" sldId="916"/>
            <ac:spMk id="2" creationId="{4BA0E37D-5DB5-4AA0-B2DD-22D2C6F84669}"/>
          </ac:spMkLst>
        </pc:spChg>
        <pc:spChg chg="mod">
          <ac:chgData name="mike.baradaran@qa.com" userId="43fbaa8542b3ec4c" providerId="LiveId" clId="{D73FA3CC-CF42-4547-8DAE-D0AF99A03969}" dt="2022-03-25T22:10:25.689" v="180" actId="20577"/>
          <ac:spMkLst>
            <pc:docMk/>
            <pc:sldMk cId="1664557555" sldId="916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5T21:59:21.539" v="22" actId="20577"/>
          <ac:spMkLst>
            <pc:docMk/>
            <pc:sldMk cId="1664557555" sldId="916"/>
            <ac:spMk id="4" creationId="{B6F948DE-9BA4-4416-B213-36446EDA8F67}"/>
          </ac:spMkLst>
        </pc:spChg>
        <pc:spChg chg="add mod">
          <ac:chgData name="mike.baradaran@qa.com" userId="43fbaa8542b3ec4c" providerId="LiveId" clId="{D73FA3CC-CF42-4547-8DAE-D0AF99A03969}" dt="2022-03-26T10:18:31.677" v="4007" actId="207"/>
          <ac:spMkLst>
            <pc:docMk/>
            <pc:sldMk cId="1664557555" sldId="916"/>
            <ac:spMk id="5" creationId="{FD865618-60D6-477C-9FE2-07536EA79C9C}"/>
          </ac:spMkLst>
        </pc:spChg>
        <pc:spChg chg="add del mod">
          <ac:chgData name="mike.baradaran@qa.com" userId="43fbaa8542b3ec4c" providerId="LiveId" clId="{D73FA3CC-CF42-4547-8DAE-D0AF99A03969}" dt="2022-03-25T23:04:58.226" v="308" actId="478"/>
          <ac:spMkLst>
            <pc:docMk/>
            <pc:sldMk cId="1664557555" sldId="916"/>
            <ac:spMk id="6" creationId="{DB83E328-3DBD-4830-87F4-94238E1F42D1}"/>
          </ac:spMkLst>
        </pc:spChg>
        <pc:spChg chg="add mod">
          <ac:chgData name="mike.baradaran@qa.com" userId="43fbaa8542b3ec4c" providerId="LiveId" clId="{D73FA3CC-CF42-4547-8DAE-D0AF99A03969}" dt="2022-03-26T10:18:38.093" v="4008" actId="14100"/>
          <ac:spMkLst>
            <pc:docMk/>
            <pc:sldMk cId="1664557555" sldId="916"/>
            <ac:spMk id="7" creationId="{66366674-4D33-41FA-8E42-E173BDBEDBFE}"/>
          </ac:spMkLst>
        </pc:spChg>
      </pc:sldChg>
      <pc:sldChg chg="add del">
        <pc:chgData name="mike.baradaran@qa.com" userId="43fbaa8542b3ec4c" providerId="LiveId" clId="{D73FA3CC-CF42-4547-8DAE-D0AF99A03969}" dt="2022-03-29T10:24:04.453" v="8935" actId="2696"/>
        <pc:sldMkLst>
          <pc:docMk/>
          <pc:sldMk cId="799787090" sldId="917"/>
        </pc:sldMkLst>
      </pc:sldChg>
      <pc:sldChg chg="addSp delSp modSp add del mod">
        <pc:chgData name="mike.baradaran@qa.com" userId="43fbaa8542b3ec4c" providerId="LiveId" clId="{D73FA3CC-CF42-4547-8DAE-D0AF99A03969}" dt="2022-03-26T15:53:22.858" v="4401" actId="2696"/>
        <pc:sldMkLst>
          <pc:docMk/>
          <pc:sldMk cId="2928561261" sldId="917"/>
        </pc:sldMkLst>
        <pc:spChg chg="del">
          <ac:chgData name="mike.baradaran@qa.com" userId="43fbaa8542b3ec4c" providerId="LiveId" clId="{D73FA3CC-CF42-4547-8DAE-D0AF99A03969}" dt="2022-03-25T23:24:57.792" v="740" actId="478"/>
          <ac:spMkLst>
            <pc:docMk/>
            <pc:sldMk cId="2928561261" sldId="917"/>
            <ac:spMk id="2" creationId="{A9225AEA-A16F-4BB6-901D-45025B431027}"/>
          </ac:spMkLst>
        </pc:spChg>
        <pc:spChg chg="mod">
          <ac:chgData name="mike.baradaran@qa.com" userId="43fbaa8542b3ec4c" providerId="LiveId" clId="{D73FA3CC-CF42-4547-8DAE-D0AF99A03969}" dt="2022-03-25T23:29:17.426" v="830" actId="20577"/>
          <ac:spMkLst>
            <pc:docMk/>
            <pc:sldMk cId="2928561261" sldId="917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5T23:24:44.121" v="737" actId="20577"/>
          <ac:spMkLst>
            <pc:docMk/>
            <pc:sldMk cId="2928561261" sldId="917"/>
            <ac:spMk id="4" creationId="{B6F948DE-9BA4-4416-B213-36446EDA8F67}"/>
          </ac:spMkLst>
        </pc:spChg>
        <pc:spChg chg="mod">
          <ac:chgData name="mike.baradaran@qa.com" userId="43fbaa8542b3ec4c" providerId="LiveId" clId="{D73FA3CC-CF42-4547-8DAE-D0AF99A03969}" dt="2022-03-25T23:25:51.069" v="748" actId="1076"/>
          <ac:spMkLst>
            <pc:docMk/>
            <pc:sldMk cId="2928561261" sldId="917"/>
            <ac:spMk id="5" creationId="{62C6A8D1-6EC4-4562-986B-41283B4D1945}"/>
          </ac:spMkLst>
        </pc:spChg>
        <pc:spChg chg="del">
          <ac:chgData name="mike.baradaran@qa.com" userId="43fbaa8542b3ec4c" providerId="LiveId" clId="{D73FA3CC-CF42-4547-8DAE-D0AF99A03969}" dt="2022-03-25T23:24:59.911" v="741" actId="478"/>
          <ac:spMkLst>
            <pc:docMk/>
            <pc:sldMk cId="2928561261" sldId="917"/>
            <ac:spMk id="6" creationId="{6BBC0762-7ED2-42EF-9A8B-C1D23AB0C9E5}"/>
          </ac:spMkLst>
        </pc:spChg>
        <pc:spChg chg="add mod">
          <ac:chgData name="mike.baradaran@qa.com" userId="43fbaa8542b3ec4c" providerId="LiveId" clId="{D73FA3CC-CF42-4547-8DAE-D0AF99A03969}" dt="2022-03-25T23:29:27.833" v="844" actId="1036"/>
          <ac:spMkLst>
            <pc:docMk/>
            <pc:sldMk cId="2928561261" sldId="917"/>
            <ac:spMk id="7" creationId="{275944C3-2FBA-46A7-A0D4-F2878A06E095}"/>
          </ac:spMkLst>
        </pc:spChg>
        <pc:spChg chg="del">
          <ac:chgData name="mike.baradaran@qa.com" userId="43fbaa8542b3ec4c" providerId="LiveId" clId="{D73FA3CC-CF42-4547-8DAE-D0AF99A03969}" dt="2022-03-25T23:24:49.634" v="738" actId="478"/>
          <ac:spMkLst>
            <pc:docMk/>
            <pc:sldMk cId="2928561261" sldId="917"/>
            <ac:spMk id="10" creationId="{AF81BC13-EA1B-4AD7-94FB-FD04259C2B79}"/>
          </ac:spMkLst>
        </pc:spChg>
      </pc:sldChg>
      <pc:sldChg chg="addSp modSp add del mod">
        <pc:chgData name="mike.baradaran@qa.com" userId="43fbaa8542b3ec4c" providerId="LiveId" clId="{D73FA3CC-CF42-4547-8DAE-D0AF99A03969}" dt="2022-03-29T10:34:19.740" v="9199" actId="2696"/>
        <pc:sldMkLst>
          <pc:docMk/>
          <pc:sldMk cId="4058206605" sldId="917"/>
        </pc:sldMkLst>
        <pc:spChg chg="mod">
          <ac:chgData name="mike.baradaran@qa.com" userId="43fbaa8542b3ec4c" providerId="LiveId" clId="{D73FA3CC-CF42-4547-8DAE-D0AF99A03969}" dt="2022-03-29T10:33:26.307" v="9198" actId="14100"/>
          <ac:spMkLst>
            <pc:docMk/>
            <pc:sldMk cId="4058206605" sldId="917"/>
            <ac:spMk id="5" creationId="{62C6A8D1-6EC4-4562-986B-41283B4D1945}"/>
          </ac:spMkLst>
        </pc:spChg>
        <pc:spChg chg="mod">
          <ac:chgData name="mike.baradaran@qa.com" userId="43fbaa8542b3ec4c" providerId="LiveId" clId="{D73FA3CC-CF42-4547-8DAE-D0AF99A03969}" dt="2022-03-29T10:33:09.794" v="9183" actId="1038"/>
          <ac:spMkLst>
            <pc:docMk/>
            <pc:sldMk cId="4058206605" sldId="917"/>
            <ac:spMk id="7" creationId="{275944C3-2FBA-46A7-A0D4-F2878A06E095}"/>
          </ac:spMkLst>
        </pc:spChg>
        <pc:spChg chg="add mod">
          <ac:chgData name="mike.baradaran@qa.com" userId="43fbaa8542b3ec4c" providerId="LiveId" clId="{D73FA3CC-CF42-4547-8DAE-D0AF99A03969}" dt="2022-03-29T10:33:15.263" v="9197" actId="1038"/>
          <ac:spMkLst>
            <pc:docMk/>
            <pc:sldMk cId="4058206605" sldId="917"/>
            <ac:spMk id="8" creationId="{00C2419E-4C95-40F7-ADA1-D3C9AC8726D7}"/>
          </ac:spMkLst>
        </pc:spChg>
      </pc:sldChg>
      <pc:sldChg chg="add del">
        <pc:chgData name="mike.baradaran@qa.com" userId="43fbaa8542b3ec4c" providerId="LiveId" clId="{D73FA3CC-CF42-4547-8DAE-D0AF99A03969}" dt="2022-03-25T23:37:34.925" v="965" actId="47"/>
        <pc:sldMkLst>
          <pc:docMk/>
          <pc:sldMk cId="1612334790" sldId="918"/>
        </pc:sldMkLst>
      </pc:sldChg>
      <pc:sldChg chg="modSp add mod">
        <pc:chgData name="mike.baradaran@qa.com" userId="43fbaa8542b3ec4c" providerId="LiveId" clId="{D73FA3CC-CF42-4547-8DAE-D0AF99A03969}" dt="2022-03-26T16:22:09.603" v="4593" actId="5793"/>
        <pc:sldMkLst>
          <pc:docMk/>
          <pc:sldMk cId="3507993936" sldId="919"/>
        </pc:sldMkLst>
        <pc:spChg chg="mod">
          <ac:chgData name="mike.baradaran@qa.com" userId="43fbaa8542b3ec4c" providerId="LiveId" clId="{D73FA3CC-CF42-4547-8DAE-D0AF99A03969}" dt="2022-03-26T16:22:09.603" v="4593" actId="5793"/>
          <ac:spMkLst>
            <pc:docMk/>
            <pc:sldMk cId="3507993936" sldId="919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6T16:20:34.437" v="4408" actId="20577"/>
          <ac:spMkLst>
            <pc:docMk/>
            <pc:sldMk cId="3507993936" sldId="919"/>
            <ac:spMk id="4" creationId="{B6F948DE-9BA4-4416-B213-36446EDA8F67}"/>
          </ac:spMkLst>
        </pc:spChg>
      </pc:sldChg>
      <pc:sldChg chg="modSp add mod">
        <pc:chgData name="mike.baradaran@qa.com" userId="43fbaa8542b3ec4c" providerId="LiveId" clId="{D73FA3CC-CF42-4547-8DAE-D0AF99A03969}" dt="2022-03-25T23:41:59.161" v="1086" actId="20577"/>
        <pc:sldMkLst>
          <pc:docMk/>
          <pc:sldMk cId="2053025052" sldId="920"/>
        </pc:sldMkLst>
        <pc:spChg chg="mod">
          <ac:chgData name="mike.baradaran@qa.com" userId="43fbaa8542b3ec4c" providerId="LiveId" clId="{D73FA3CC-CF42-4547-8DAE-D0AF99A03969}" dt="2022-03-25T23:41:59.161" v="1086" actId="20577"/>
          <ac:spMkLst>
            <pc:docMk/>
            <pc:sldMk cId="2053025052" sldId="920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5T23:40:37.661" v="1002" actId="20577"/>
          <ac:spMkLst>
            <pc:docMk/>
            <pc:sldMk cId="2053025052" sldId="920"/>
            <ac:spMk id="4" creationId="{B6F948DE-9BA4-4416-B213-36446EDA8F67}"/>
          </ac:spMkLst>
        </pc:spChg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478340378" sldId="920"/>
        </pc:sldMkLst>
      </pc:sldChg>
      <pc:sldChg chg="add del">
        <pc:chgData name="mike.baradaran@qa.com" userId="43fbaa8542b3ec4c" providerId="LiveId" clId="{D73FA3CC-CF42-4547-8DAE-D0AF99A03969}" dt="2022-03-25T23:38:11.486" v="966" actId="47"/>
        <pc:sldMkLst>
          <pc:docMk/>
          <pc:sldMk cId="3585843269" sldId="920"/>
        </pc:sldMkLst>
      </pc:sldChg>
      <pc:sldChg chg="addSp delSp modSp add mod">
        <pc:chgData name="mike.baradaran@qa.com" userId="43fbaa8542b3ec4c" providerId="LiveId" clId="{D73FA3CC-CF42-4547-8DAE-D0AF99A03969}" dt="2022-03-25T23:50:59.770" v="1185" actId="20577"/>
        <pc:sldMkLst>
          <pc:docMk/>
          <pc:sldMk cId="1727508277" sldId="921"/>
        </pc:sldMkLst>
        <pc:spChg chg="del mod">
          <ac:chgData name="mike.baradaran@qa.com" userId="43fbaa8542b3ec4c" providerId="LiveId" clId="{D73FA3CC-CF42-4547-8DAE-D0AF99A03969}" dt="2022-03-25T23:45:56.108" v="1123" actId="478"/>
          <ac:spMkLst>
            <pc:docMk/>
            <pc:sldMk cId="1727508277" sldId="921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5T23:50:59.770" v="1185" actId="20577"/>
          <ac:spMkLst>
            <pc:docMk/>
            <pc:sldMk cId="1727508277" sldId="921"/>
            <ac:spMk id="4" creationId="{B6F948DE-9BA4-4416-B213-36446EDA8F67}"/>
          </ac:spMkLst>
        </pc:spChg>
        <pc:spChg chg="del">
          <ac:chgData name="mike.baradaran@qa.com" userId="43fbaa8542b3ec4c" providerId="LiveId" clId="{D73FA3CC-CF42-4547-8DAE-D0AF99A03969}" dt="2022-03-25T23:42:28.153" v="1089" actId="478"/>
          <ac:spMkLst>
            <pc:docMk/>
            <pc:sldMk cId="1727508277" sldId="921"/>
            <ac:spMk id="5" creationId="{773E12E7-4593-4CE2-8747-1FBCB3583A75}"/>
          </ac:spMkLst>
        </pc:spChg>
        <pc:spChg chg="del">
          <ac:chgData name="mike.baradaran@qa.com" userId="43fbaa8542b3ec4c" providerId="LiveId" clId="{D73FA3CC-CF42-4547-8DAE-D0AF99A03969}" dt="2022-03-25T23:42:24.682" v="1088" actId="478"/>
          <ac:spMkLst>
            <pc:docMk/>
            <pc:sldMk cId="1727508277" sldId="921"/>
            <ac:spMk id="6" creationId="{A194934A-DE34-4172-BE0E-BCA3B3D51266}"/>
          </ac:spMkLst>
        </pc:spChg>
        <pc:spChg chg="del">
          <ac:chgData name="mike.baradaran@qa.com" userId="43fbaa8542b3ec4c" providerId="LiveId" clId="{D73FA3CC-CF42-4547-8DAE-D0AF99A03969}" dt="2022-03-25T23:42:24.682" v="1088" actId="478"/>
          <ac:spMkLst>
            <pc:docMk/>
            <pc:sldMk cId="1727508277" sldId="921"/>
            <ac:spMk id="7" creationId="{6BBD9716-6971-4C9B-8372-B179DB6FA3B6}"/>
          </ac:spMkLst>
        </pc:spChg>
        <pc:spChg chg="add mod">
          <ac:chgData name="mike.baradaran@qa.com" userId="43fbaa8542b3ec4c" providerId="LiveId" clId="{D73FA3CC-CF42-4547-8DAE-D0AF99A03969}" dt="2022-03-25T23:46:36.931" v="1132" actId="1076"/>
          <ac:spMkLst>
            <pc:docMk/>
            <pc:sldMk cId="1727508277" sldId="921"/>
            <ac:spMk id="8" creationId="{FA103AA7-680A-4ADE-91E9-0B7B17DCDFCD}"/>
          </ac:spMkLst>
        </pc:spChg>
        <pc:spChg chg="add mod">
          <ac:chgData name="mike.baradaran@qa.com" userId="43fbaa8542b3ec4c" providerId="LiveId" clId="{D73FA3CC-CF42-4547-8DAE-D0AF99A03969}" dt="2022-03-25T23:50:26.996" v="1158" actId="14100"/>
          <ac:spMkLst>
            <pc:docMk/>
            <pc:sldMk cId="1727508277" sldId="921"/>
            <ac:spMk id="10" creationId="{76717A34-8C89-439C-ACF8-47730C5CBD65}"/>
          </ac:spMkLst>
        </pc:spChg>
        <pc:spChg chg="add mod">
          <ac:chgData name="mike.baradaran@qa.com" userId="43fbaa8542b3ec4c" providerId="LiveId" clId="{D73FA3CC-CF42-4547-8DAE-D0AF99A03969}" dt="2022-03-25T23:50:20.008" v="1156" actId="1076"/>
          <ac:spMkLst>
            <pc:docMk/>
            <pc:sldMk cId="1727508277" sldId="921"/>
            <ac:spMk id="12" creationId="{719F7AC5-64D9-45FB-BCEB-DCC82DBCB9F9}"/>
          </ac:spMkLst>
        </pc:spChg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1772887746" sldId="921"/>
        </pc:sldMkLst>
      </pc:sldChg>
      <pc:sldChg chg="add del">
        <pc:chgData name="mike.baradaran@qa.com" userId="43fbaa8542b3ec4c" providerId="LiveId" clId="{D73FA3CC-CF42-4547-8DAE-D0AF99A03969}" dt="2022-03-25T23:38:13.972" v="967" actId="47"/>
        <pc:sldMkLst>
          <pc:docMk/>
          <pc:sldMk cId="3132601023" sldId="921"/>
        </pc:sldMkLst>
      </pc:sldChg>
      <pc:sldChg chg="addSp delSp modSp add mod">
        <pc:chgData name="mike.baradaran@qa.com" userId="43fbaa8542b3ec4c" providerId="LiveId" clId="{D73FA3CC-CF42-4547-8DAE-D0AF99A03969}" dt="2022-03-28T16:10:28.189" v="8253" actId="1037"/>
        <pc:sldMkLst>
          <pc:docMk/>
          <pc:sldMk cId="936067375" sldId="922"/>
        </pc:sldMkLst>
        <pc:spChg chg="add mod">
          <ac:chgData name="mike.baradaran@qa.com" userId="43fbaa8542b3ec4c" providerId="LiveId" clId="{D73FA3CC-CF42-4547-8DAE-D0AF99A03969}" dt="2022-03-26T00:00:37.914" v="1266" actId="20577"/>
          <ac:spMkLst>
            <pc:docMk/>
            <pc:sldMk cId="936067375" sldId="922"/>
            <ac:spMk id="3" creationId="{AD99B189-D270-4AE9-9BDB-81E875D6A3C5}"/>
          </ac:spMkLst>
        </pc:spChg>
        <pc:spChg chg="mod">
          <ac:chgData name="mike.baradaran@qa.com" userId="43fbaa8542b3ec4c" providerId="LiveId" clId="{D73FA3CC-CF42-4547-8DAE-D0AF99A03969}" dt="2022-03-25T23:51:19.695" v="1193" actId="20577"/>
          <ac:spMkLst>
            <pc:docMk/>
            <pc:sldMk cId="936067375" sldId="922"/>
            <ac:spMk id="4" creationId="{B6F948DE-9BA4-4416-B213-36446EDA8F67}"/>
          </ac:spMkLst>
        </pc:spChg>
        <pc:spChg chg="add mod">
          <ac:chgData name="mike.baradaran@qa.com" userId="43fbaa8542b3ec4c" providerId="LiveId" clId="{D73FA3CC-CF42-4547-8DAE-D0AF99A03969}" dt="2022-03-28T16:10:28.189" v="8253" actId="1037"/>
          <ac:spMkLst>
            <pc:docMk/>
            <pc:sldMk cId="936067375" sldId="922"/>
            <ac:spMk id="7" creationId="{C8D4F2BB-C917-4A62-A826-F654C7946E2B}"/>
          </ac:spMkLst>
        </pc:spChg>
        <pc:spChg chg="del mod">
          <ac:chgData name="mike.baradaran@qa.com" userId="43fbaa8542b3ec4c" providerId="LiveId" clId="{D73FA3CC-CF42-4547-8DAE-D0AF99A03969}" dt="2022-03-25T23:58:09.941" v="1202" actId="478"/>
          <ac:spMkLst>
            <pc:docMk/>
            <pc:sldMk cId="936067375" sldId="922"/>
            <ac:spMk id="8" creationId="{FA103AA7-680A-4ADE-91E9-0B7B17DCDFCD}"/>
          </ac:spMkLst>
        </pc:spChg>
        <pc:spChg chg="add mod">
          <ac:chgData name="mike.baradaran@qa.com" userId="43fbaa8542b3ec4c" providerId="LiveId" clId="{D73FA3CC-CF42-4547-8DAE-D0AF99A03969}" dt="2022-03-28T16:10:28.189" v="8253" actId="1037"/>
          <ac:spMkLst>
            <pc:docMk/>
            <pc:sldMk cId="936067375" sldId="922"/>
            <ac:spMk id="9" creationId="{11C894E0-0DA3-43D7-A2AF-16E187615DF4}"/>
          </ac:spMkLst>
        </pc:spChg>
        <pc:spChg chg="del">
          <ac:chgData name="mike.baradaran@qa.com" userId="43fbaa8542b3ec4c" providerId="LiveId" clId="{D73FA3CC-CF42-4547-8DAE-D0AF99A03969}" dt="2022-03-25T23:51:26.931" v="1195" actId="478"/>
          <ac:spMkLst>
            <pc:docMk/>
            <pc:sldMk cId="936067375" sldId="922"/>
            <ac:spMk id="10" creationId="{76717A34-8C89-439C-ACF8-47730C5CBD65}"/>
          </ac:spMkLst>
        </pc:spChg>
        <pc:spChg chg="add mod">
          <ac:chgData name="mike.baradaran@qa.com" userId="43fbaa8542b3ec4c" providerId="LiveId" clId="{D73FA3CC-CF42-4547-8DAE-D0AF99A03969}" dt="2022-03-28T16:10:28.189" v="8253" actId="1037"/>
          <ac:spMkLst>
            <pc:docMk/>
            <pc:sldMk cId="936067375" sldId="922"/>
            <ac:spMk id="11" creationId="{FB054399-F18F-43BD-B875-92B236B510D5}"/>
          </ac:spMkLst>
        </pc:spChg>
        <pc:spChg chg="del">
          <ac:chgData name="mike.baradaran@qa.com" userId="43fbaa8542b3ec4c" providerId="LiveId" clId="{D73FA3CC-CF42-4547-8DAE-D0AF99A03969}" dt="2022-03-25T23:51:23.716" v="1194" actId="478"/>
          <ac:spMkLst>
            <pc:docMk/>
            <pc:sldMk cId="936067375" sldId="922"/>
            <ac:spMk id="12" creationId="{719F7AC5-64D9-45FB-BCEB-DCC82DBCB9F9}"/>
          </ac:spMkLst>
        </pc:spChg>
        <pc:spChg chg="add mod">
          <ac:chgData name="mike.baradaran@qa.com" userId="43fbaa8542b3ec4c" providerId="LiveId" clId="{D73FA3CC-CF42-4547-8DAE-D0AF99A03969}" dt="2022-03-28T16:10:28.189" v="8253" actId="1037"/>
          <ac:spMkLst>
            <pc:docMk/>
            <pc:sldMk cId="936067375" sldId="922"/>
            <ac:spMk id="13" creationId="{20D19235-618A-43F3-906D-3DC0D74A3DB7}"/>
          </ac:spMkLst>
        </pc:spChg>
        <pc:cxnChg chg="add del mod">
          <ac:chgData name="mike.baradaran@qa.com" userId="43fbaa8542b3ec4c" providerId="LiveId" clId="{D73FA3CC-CF42-4547-8DAE-D0AF99A03969}" dt="2022-03-26T00:02:02.359" v="1357" actId="478"/>
          <ac:cxnSpMkLst>
            <pc:docMk/>
            <pc:sldMk cId="936067375" sldId="922"/>
            <ac:cxnSpMk id="14" creationId="{115DFBC2-2A0A-4209-9388-84A9702E9F5F}"/>
          </ac:cxnSpMkLst>
        </pc:cxnChg>
        <pc:cxnChg chg="add mod">
          <ac:chgData name="mike.baradaran@qa.com" userId="43fbaa8542b3ec4c" providerId="LiveId" clId="{D73FA3CC-CF42-4547-8DAE-D0AF99A03969}" dt="2022-03-28T16:10:28.189" v="8253" actId="1037"/>
          <ac:cxnSpMkLst>
            <pc:docMk/>
            <pc:sldMk cId="936067375" sldId="922"/>
            <ac:cxnSpMk id="16" creationId="{3475CF09-6C8C-46F7-96D9-4479EA2BDD39}"/>
          </ac:cxnSpMkLst>
        </pc:cxnChg>
        <pc:cxnChg chg="add mod">
          <ac:chgData name="mike.baradaran@qa.com" userId="43fbaa8542b3ec4c" providerId="LiveId" clId="{D73FA3CC-CF42-4547-8DAE-D0AF99A03969}" dt="2022-03-28T16:10:28.189" v="8253" actId="1037"/>
          <ac:cxnSpMkLst>
            <pc:docMk/>
            <pc:sldMk cId="936067375" sldId="922"/>
            <ac:cxnSpMk id="17" creationId="{C3684F66-5230-48D1-9CCC-2EF31250B690}"/>
          </ac:cxnSpMkLst>
        </pc:cxnChg>
        <pc:cxnChg chg="add mod">
          <ac:chgData name="mike.baradaran@qa.com" userId="43fbaa8542b3ec4c" providerId="LiveId" clId="{D73FA3CC-CF42-4547-8DAE-D0AF99A03969}" dt="2022-03-28T16:10:28.189" v="8253" actId="1037"/>
          <ac:cxnSpMkLst>
            <pc:docMk/>
            <pc:sldMk cId="936067375" sldId="922"/>
            <ac:cxnSpMk id="20" creationId="{ADFF16F6-B9A1-4AF4-9DDA-52F057B0BDC1}"/>
          </ac:cxnSpMkLst>
        </pc:cxnChg>
      </pc:sldChg>
      <pc:sldChg chg="add del">
        <pc:chgData name="mike.baradaran@qa.com" userId="43fbaa8542b3ec4c" providerId="LiveId" clId="{D73FA3CC-CF42-4547-8DAE-D0AF99A03969}" dt="2022-03-25T23:38:14.817" v="968" actId="47"/>
        <pc:sldMkLst>
          <pc:docMk/>
          <pc:sldMk cId="2072049981" sldId="922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467951576" sldId="922"/>
        </pc:sldMkLst>
      </pc:sldChg>
      <pc:sldChg chg="addSp delSp modSp add mod delAnim modAnim">
        <pc:chgData name="mike.baradaran@qa.com" userId="43fbaa8542b3ec4c" providerId="LiveId" clId="{D73FA3CC-CF42-4547-8DAE-D0AF99A03969}" dt="2022-03-26T10:13:59.223" v="3864" actId="478"/>
        <pc:sldMkLst>
          <pc:docMk/>
          <pc:sldMk cId="1417839454" sldId="923"/>
        </pc:sldMkLst>
        <pc:spChg chg="del">
          <ac:chgData name="mike.baradaran@qa.com" userId="43fbaa8542b3ec4c" providerId="LiveId" clId="{D73FA3CC-CF42-4547-8DAE-D0AF99A03969}" dt="2022-03-26T00:04:26.961" v="1367" actId="478"/>
          <ac:spMkLst>
            <pc:docMk/>
            <pc:sldMk cId="1417839454" sldId="923"/>
            <ac:spMk id="2" creationId="{442A2B56-6994-436C-BC1A-1E0CF69A50A5}"/>
          </ac:spMkLst>
        </pc:spChg>
        <pc:spChg chg="del mod">
          <ac:chgData name="mike.baradaran@qa.com" userId="43fbaa8542b3ec4c" providerId="LiveId" clId="{D73FA3CC-CF42-4547-8DAE-D0AF99A03969}" dt="2022-03-26T10:13:59.223" v="3864" actId="478"/>
          <ac:spMkLst>
            <pc:docMk/>
            <pc:sldMk cId="1417839454" sldId="923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6T00:04:44.289" v="1397" actId="20577"/>
          <ac:spMkLst>
            <pc:docMk/>
            <pc:sldMk cId="1417839454" sldId="923"/>
            <ac:spMk id="4" creationId="{B6F948DE-9BA4-4416-B213-36446EDA8F67}"/>
          </ac:spMkLst>
        </pc:spChg>
        <pc:spChg chg="del">
          <ac:chgData name="mike.baradaran@qa.com" userId="43fbaa8542b3ec4c" providerId="LiveId" clId="{D73FA3CC-CF42-4547-8DAE-D0AF99A03969}" dt="2022-03-26T00:04:15.469" v="1366" actId="478"/>
          <ac:spMkLst>
            <pc:docMk/>
            <pc:sldMk cId="1417839454" sldId="923"/>
            <ac:spMk id="5" creationId="{3FE4450C-6E0F-4951-AE1F-9D342EAFF3F3}"/>
          </ac:spMkLst>
        </pc:spChg>
        <pc:spChg chg="del">
          <ac:chgData name="mike.baradaran@qa.com" userId="43fbaa8542b3ec4c" providerId="LiveId" clId="{D73FA3CC-CF42-4547-8DAE-D0AF99A03969}" dt="2022-03-26T00:04:26.961" v="1367" actId="478"/>
          <ac:spMkLst>
            <pc:docMk/>
            <pc:sldMk cId="1417839454" sldId="923"/>
            <ac:spMk id="9" creationId="{309CB10F-54F3-425E-BC3A-21733223E491}"/>
          </ac:spMkLst>
        </pc:spChg>
        <pc:spChg chg="add mod">
          <ac:chgData name="mike.baradaran@qa.com" userId="43fbaa8542b3ec4c" providerId="LiveId" clId="{D73FA3CC-CF42-4547-8DAE-D0AF99A03969}" dt="2022-03-26T00:35:45.110" v="2135" actId="1036"/>
          <ac:spMkLst>
            <pc:docMk/>
            <pc:sldMk cId="1417839454" sldId="923"/>
            <ac:spMk id="10" creationId="{0BDE7EFC-022A-4083-8699-3613B9D2E6B9}"/>
          </ac:spMkLst>
        </pc:spChg>
        <pc:spChg chg="add mod">
          <ac:chgData name="mike.baradaran@qa.com" userId="43fbaa8542b3ec4c" providerId="LiveId" clId="{D73FA3CC-CF42-4547-8DAE-D0AF99A03969}" dt="2022-03-26T00:24:04.351" v="1840" actId="14100"/>
          <ac:spMkLst>
            <pc:docMk/>
            <pc:sldMk cId="1417839454" sldId="923"/>
            <ac:spMk id="13" creationId="{C32FDF55-EE2B-4CC3-AEC9-09C42FA4D637}"/>
          </ac:spMkLst>
        </pc:spChg>
        <pc:spChg chg="del">
          <ac:chgData name="mike.baradaran@qa.com" userId="43fbaa8542b3ec4c" providerId="LiveId" clId="{D73FA3CC-CF42-4547-8DAE-D0AF99A03969}" dt="2022-03-26T00:04:26.961" v="1367" actId="478"/>
          <ac:spMkLst>
            <pc:docMk/>
            <pc:sldMk cId="1417839454" sldId="923"/>
            <ac:spMk id="14" creationId="{268BF30A-A938-470A-B560-104B182BE067}"/>
          </ac:spMkLst>
        </pc:spChg>
        <pc:spChg chg="add mod">
          <ac:chgData name="mike.baradaran@qa.com" userId="43fbaa8542b3ec4c" providerId="LiveId" clId="{D73FA3CC-CF42-4547-8DAE-D0AF99A03969}" dt="2022-03-26T00:35:53.613" v="2136" actId="1076"/>
          <ac:spMkLst>
            <pc:docMk/>
            <pc:sldMk cId="1417839454" sldId="923"/>
            <ac:spMk id="15" creationId="{D680B986-CFE9-4237-B810-6C9F4B6631DC}"/>
          </ac:spMkLst>
        </pc:spChg>
        <pc:spChg chg="del">
          <ac:chgData name="mike.baradaran@qa.com" userId="43fbaa8542b3ec4c" providerId="LiveId" clId="{D73FA3CC-CF42-4547-8DAE-D0AF99A03969}" dt="2022-03-26T00:04:26.961" v="1367" actId="478"/>
          <ac:spMkLst>
            <pc:docMk/>
            <pc:sldMk cId="1417839454" sldId="923"/>
            <ac:spMk id="16" creationId="{E2E9684B-71FB-405D-838F-3A9A823D0B67}"/>
          </ac:spMkLst>
        </pc:spChg>
        <pc:spChg chg="add mod">
          <ac:chgData name="mike.baradaran@qa.com" userId="43fbaa8542b3ec4c" providerId="LiveId" clId="{D73FA3CC-CF42-4547-8DAE-D0AF99A03969}" dt="2022-03-26T00:35:45.110" v="2135" actId="1036"/>
          <ac:spMkLst>
            <pc:docMk/>
            <pc:sldMk cId="1417839454" sldId="923"/>
            <ac:spMk id="17" creationId="{97452C11-CDC4-4C97-990F-FF30793F32C1}"/>
          </ac:spMkLst>
        </pc:spChg>
        <pc:spChg chg="add mod">
          <ac:chgData name="mike.baradaran@qa.com" userId="43fbaa8542b3ec4c" providerId="LiveId" clId="{D73FA3CC-CF42-4547-8DAE-D0AF99A03969}" dt="2022-03-26T00:36:22.976" v="2140" actId="14861"/>
          <ac:spMkLst>
            <pc:docMk/>
            <pc:sldMk cId="1417839454" sldId="923"/>
            <ac:spMk id="19" creationId="{682D595E-439D-48FC-8AA1-59C02279ECD7}"/>
          </ac:spMkLst>
        </pc:spChg>
        <pc:picChg chg="del">
          <ac:chgData name="mike.baradaran@qa.com" userId="43fbaa8542b3ec4c" providerId="LiveId" clId="{D73FA3CC-CF42-4547-8DAE-D0AF99A03969}" dt="2022-03-26T00:04:26.961" v="1367" actId="478"/>
          <ac:picMkLst>
            <pc:docMk/>
            <pc:sldMk cId="1417839454" sldId="923"/>
            <ac:picMk id="8" creationId="{3B7900AD-3B4B-4761-9DEB-98AD0ABDE936}"/>
          </ac:picMkLst>
        </pc:picChg>
        <pc:picChg chg="del">
          <ac:chgData name="mike.baradaran@qa.com" userId="43fbaa8542b3ec4c" providerId="LiveId" clId="{D73FA3CC-CF42-4547-8DAE-D0AF99A03969}" dt="2022-03-26T00:04:26.961" v="1367" actId="478"/>
          <ac:picMkLst>
            <pc:docMk/>
            <pc:sldMk cId="1417839454" sldId="923"/>
            <ac:picMk id="11" creationId="{FAE4D5F4-4650-488C-AE2C-A3163F3B171E}"/>
          </ac:picMkLst>
        </pc:picChg>
        <pc:picChg chg="del">
          <ac:chgData name="mike.baradaran@qa.com" userId="43fbaa8542b3ec4c" providerId="LiveId" clId="{D73FA3CC-CF42-4547-8DAE-D0AF99A03969}" dt="2022-03-26T00:04:26.961" v="1367" actId="478"/>
          <ac:picMkLst>
            <pc:docMk/>
            <pc:sldMk cId="1417839454" sldId="923"/>
            <ac:picMk id="18" creationId="{BB07FA68-E410-4257-B4F4-16A44B2E3344}"/>
          </ac:picMkLst>
        </pc:picChg>
        <pc:cxnChg chg="add">
          <ac:chgData name="mike.baradaran@qa.com" userId="43fbaa8542b3ec4c" providerId="LiveId" clId="{D73FA3CC-CF42-4547-8DAE-D0AF99A03969}" dt="2022-03-26T00:37:01.467" v="2141" actId="11529"/>
          <ac:cxnSpMkLst>
            <pc:docMk/>
            <pc:sldMk cId="1417839454" sldId="923"/>
            <ac:cxnSpMk id="20" creationId="{31DD2BC2-3E59-4F71-8146-EFEDD9FAE532}"/>
          </ac:cxnSpMkLst>
        </pc:cxnChg>
        <pc:cxnChg chg="add mod">
          <ac:chgData name="mike.baradaran@qa.com" userId="43fbaa8542b3ec4c" providerId="LiveId" clId="{D73FA3CC-CF42-4547-8DAE-D0AF99A03969}" dt="2022-03-26T00:37:20.662" v="2146" actId="14100"/>
          <ac:cxnSpMkLst>
            <pc:docMk/>
            <pc:sldMk cId="1417839454" sldId="923"/>
            <ac:cxnSpMk id="21" creationId="{FA1B8F8C-FCEC-44AD-B47E-EFB6CCF51565}"/>
          </ac:cxnSpMkLst>
        </pc:cxnChg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394299011" sldId="923"/>
        </pc:sldMkLst>
      </pc:sldChg>
      <pc:sldChg chg="add del">
        <pc:chgData name="mike.baradaran@qa.com" userId="43fbaa8542b3ec4c" providerId="LiveId" clId="{D73FA3CC-CF42-4547-8DAE-D0AF99A03969}" dt="2022-03-25T23:38:15.518" v="969" actId="47"/>
        <pc:sldMkLst>
          <pc:docMk/>
          <pc:sldMk cId="3604814645" sldId="923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1843668671" sldId="924"/>
        </pc:sldMkLst>
      </pc:sldChg>
      <pc:sldChg chg="addSp delSp modSp add mod">
        <pc:chgData name="mike.baradaran@qa.com" userId="43fbaa8542b3ec4c" providerId="LiveId" clId="{D73FA3CC-CF42-4547-8DAE-D0AF99A03969}" dt="2022-03-26T00:12:20.147" v="1728" actId="14100"/>
        <pc:sldMkLst>
          <pc:docMk/>
          <pc:sldMk cId="2754823180" sldId="924"/>
        </pc:sldMkLst>
        <pc:spChg chg="add mod">
          <ac:chgData name="mike.baradaran@qa.com" userId="43fbaa8542b3ec4c" providerId="LiveId" clId="{D73FA3CC-CF42-4547-8DAE-D0AF99A03969}" dt="2022-03-26T00:12:07.185" v="1696" actId="1038"/>
          <ac:spMkLst>
            <pc:docMk/>
            <pc:sldMk cId="2754823180" sldId="924"/>
            <ac:spMk id="3" creationId="{7CFB33CF-4D2D-4322-AF46-FC1B3C4ED08F}"/>
          </ac:spMkLst>
        </pc:spChg>
        <pc:spChg chg="mod">
          <ac:chgData name="mike.baradaran@qa.com" userId="43fbaa8542b3ec4c" providerId="LiveId" clId="{D73FA3CC-CF42-4547-8DAE-D0AF99A03969}" dt="2022-03-26T00:05:40.200" v="1417" actId="20577"/>
          <ac:spMkLst>
            <pc:docMk/>
            <pc:sldMk cId="2754823180" sldId="924"/>
            <ac:spMk id="4" creationId="{B6F948DE-9BA4-4416-B213-36446EDA8F67}"/>
          </ac:spMkLst>
        </pc:spChg>
        <pc:spChg chg="add mod">
          <ac:chgData name="mike.baradaran@qa.com" userId="43fbaa8542b3ec4c" providerId="LiveId" clId="{D73FA3CC-CF42-4547-8DAE-D0AF99A03969}" dt="2022-03-26T00:11:55.940" v="1660" actId="14100"/>
          <ac:spMkLst>
            <pc:docMk/>
            <pc:sldMk cId="2754823180" sldId="924"/>
            <ac:spMk id="7" creationId="{CCF6F725-C4A1-4A54-BAF7-DED085B0A5EC}"/>
          </ac:spMkLst>
        </pc:spChg>
        <pc:spChg chg="del">
          <ac:chgData name="mike.baradaran@qa.com" userId="43fbaa8542b3ec4c" providerId="LiveId" clId="{D73FA3CC-CF42-4547-8DAE-D0AF99A03969}" dt="2022-03-26T00:09:22.089" v="1424" actId="478"/>
          <ac:spMkLst>
            <pc:docMk/>
            <pc:sldMk cId="2754823180" sldId="924"/>
            <ac:spMk id="8" creationId="{FA103AA7-680A-4ADE-91E9-0B7B17DCDFCD}"/>
          </ac:spMkLst>
        </pc:spChg>
        <pc:spChg chg="add mod">
          <ac:chgData name="mike.baradaran@qa.com" userId="43fbaa8542b3ec4c" providerId="LiveId" clId="{D73FA3CC-CF42-4547-8DAE-D0AF99A03969}" dt="2022-03-26T00:12:03.338" v="1662" actId="14100"/>
          <ac:spMkLst>
            <pc:docMk/>
            <pc:sldMk cId="2754823180" sldId="924"/>
            <ac:spMk id="9" creationId="{7997BCBE-F1EB-4B84-98F4-6C799C3315EF}"/>
          </ac:spMkLst>
        </pc:spChg>
        <pc:spChg chg="del">
          <ac:chgData name="mike.baradaran@qa.com" userId="43fbaa8542b3ec4c" providerId="LiveId" clId="{D73FA3CC-CF42-4547-8DAE-D0AF99A03969}" dt="2022-03-26T00:05:47.840" v="1418" actId="478"/>
          <ac:spMkLst>
            <pc:docMk/>
            <pc:sldMk cId="2754823180" sldId="924"/>
            <ac:spMk id="10" creationId="{76717A34-8C89-439C-ACF8-47730C5CBD65}"/>
          </ac:spMkLst>
        </pc:spChg>
        <pc:spChg chg="add mod">
          <ac:chgData name="mike.baradaran@qa.com" userId="43fbaa8542b3ec4c" providerId="LiveId" clId="{D73FA3CC-CF42-4547-8DAE-D0AF99A03969}" dt="2022-03-26T00:12:20.147" v="1728" actId="14100"/>
          <ac:spMkLst>
            <pc:docMk/>
            <pc:sldMk cId="2754823180" sldId="924"/>
            <ac:spMk id="11" creationId="{C777172B-260B-4DEC-9773-0E54B39B0100}"/>
          </ac:spMkLst>
        </pc:spChg>
        <pc:spChg chg="del">
          <ac:chgData name="mike.baradaran@qa.com" userId="43fbaa8542b3ec4c" providerId="LiveId" clId="{D73FA3CC-CF42-4547-8DAE-D0AF99A03969}" dt="2022-03-26T00:05:47.840" v="1418" actId="478"/>
          <ac:spMkLst>
            <pc:docMk/>
            <pc:sldMk cId="2754823180" sldId="924"/>
            <ac:spMk id="12" creationId="{719F7AC5-64D9-45FB-BCEB-DCC82DBCB9F9}"/>
          </ac:spMkLst>
        </pc:spChg>
      </pc:sldChg>
      <pc:sldChg chg="add del">
        <pc:chgData name="mike.baradaran@qa.com" userId="43fbaa8542b3ec4c" providerId="LiveId" clId="{D73FA3CC-CF42-4547-8DAE-D0AF99A03969}" dt="2022-03-25T23:38:16.142" v="970" actId="47"/>
        <pc:sldMkLst>
          <pc:docMk/>
          <pc:sldMk cId="3497108543" sldId="924"/>
        </pc:sldMkLst>
      </pc:sldChg>
      <pc:sldChg chg="add del">
        <pc:chgData name="mike.baradaran@qa.com" userId="43fbaa8542b3ec4c" providerId="LiveId" clId="{D73FA3CC-CF42-4547-8DAE-D0AF99A03969}" dt="2022-03-25T23:38:17.390" v="971" actId="47"/>
        <pc:sldMkLst>
          <pc:docMk/>
          <pc:sldMk cId="1388562187" sldId="925"/>
        </pc:sldMkLst>
      </pc:sldChg>
      <pc:sldChg chg="addSp delSp modSp add mod">
        <pc:chgData name="mike.baradaran@qa.com" userId="43fbaa8542b3ec4c" providerId="LiveId" clId="{D73FA3CC-CF42-4547-8DAE-D0AF99A03969}" dt="2022-03-28T16:16:42.883" v="8254" actId="1076"/>
        <pc:sldMkLst>
          <pc:docMk/>
          <pc:sldMk cId="2864227448" sldId="925"/>
        </pc:sldMkLst>
        <pc:spChg chg="mod">
          <ac:chgData name="mike.baradaran@qa.com" userId="43fbaa8542b3ec4c" providerId="LiveId" clId="{D73FA3CC-CF42-4547-8DAE-D0AF99A03969}" dt="2022-03-26T00:44:32.701" v="2185" actId="20577"/>
          <ac:spMkLst>
            <pc:docMk/>
            <pc:sldMk cId="2864227448" sldId="925"/>
            <ac:spMk id="4" creationId="{B6F948DE-9BA4-4416-B213-36446EDA8F67}"/>
          </ac:spMkLst>
        </pc:spChg>
        <pc:spChg chg="add mod">
          <ac:chgData name="mike.baradaran@qa.com" userId="43fbaa8542b3ec4c" providerId="LiveId" clId="{D73FA3CC-CF42-4547-8DAE-D0AF99A03969}" dt="2022-03-26T00:48:11.613" v="2302" actId="15"/>
          <ac:spMkLst>
            <pc:docMk/>
            <pc:sldMk cId="2864227448" sldId="925"/>
            <ac:spMk id="5" creationId="{6E43B3E0-D5B2-454D-B7D8-46DFE863655E}"/>
          </ac:spMkLst>
        </pc:spChg>
        <pc:spChg chg="add mod">
          <ac:chgData name="mike.baradaran@qa.com" userId="43fbaa8542b3ec4c" providerId="LiveId" clId="{D73FA3CC-CF42-4547-8DAE-D0AF99A03969}" dt="2022-03-26T10:09:58.312" v="3731" actId="14100"/>
          <ac:spMkLst>
            <pc:docMk/>
            <pc:sldMk cId="2864227448" sldId="925"/>
            <ac:spMk id="7" creationId="{5D366B80-35ED-4BCD-AB32-A9804D83D767}"/>
          </ac:spMkLst>
        </pc:spChg>
        <pc:spChg chg="add mod">
          <ac:chgData name="mike.baradaran@qa.com" userId="43fbaa8542b3ec4c" providerId="LiveId" clId="{D73FA3CC-CF42-4547-8DAE-D0AF99A03969}" dt="2022-03-28T16:16:42.883" v="8254" actId="1076"/>
          <ac:spMkLst>
            <pc:docMk/>
            <pc:sldMk cId="2864227448" sldId="925"/>
            <ac:spMk id="8" creationId="{A1AFEFBD-F10F-4B38-ABB4-C81E428E726D}"/>
          </ac:spMkLst>
        </pc:spChg>
        <pc:spChg chg="del">
          <ac:chgData name="mike.baradaran@qa.com" userId="43fbaa8542b3ec4c" providerId="LiveId" clId="{D73FA3CC-CF42-4547-8DAE-D0AF99A03969}" dt="2022-03-26T00:38:33.275" v="2160" actId="478"/>
          <ac:spMkLst>
            <pc:docMk/>
            <pc:sldMk cId="2864227448" sldId="925"/>
            <ac:spMk id="10" creationId="{0BDE7EFC-022A-4083-8699-3613B9D2E6B9}"/>
          </ac:spMkLst>
        </pc:spChg>
        <pc:spChg chg="add del mod">
          <ac:chgData name="mike.baradaran@qa.com" userId="43fbaa8542b3ec4c" providerId="LiveId" clId="{D73FA3CC-CF42-4547-8DAE-D0AF99A03969}" dt="2022-03-26T10:09:26.720" v="3725" actId="478"/>
          <ac:spMkLst>
            <pc:docMk/>
            <pc:sldMk cId="2864227448" sldId="925"/>
            <ac:spMk id="12" creationId="{04AA23E6-1640-4E97-AEF4-FD5C9FC2F3FB}"/>
          </ac:spMkLst>
        </pc:spChg>
        <pc:spChg chg="del">
          <ac:chgData name="mike.baradaran@qa.com" userId="43fbaa8542b3ec4c" providerId="LiveId" clId="{D73FA3CC-CF42-4547-8DAE-D0AF99A03969}" dt="2022-03-26T00:44:36.137" v="2186" actId="478"/>
          <ac:spMkLst>
            <pc:docMk/>
            <pc:sldMk cId="2864227448" sldId="925"/>
            <ac:spMk id="13" creationId="{C32FDF55-EE2B-4CC3-AEC9-09C42FA4D637}"/>
          </ac:spMkLst>
        </pc:spChg>
        <pc:spChg chg="del">
          <ac:chgData name="mike.baradaran@qa.com" userId="43fbaa8542b3ec4c" providerId="LiveId" clId="{D73FA3CC-CF42-4547-8DAE-D0AF99A03969}" dt="2022-03-26T00:38:33.275" v="2160" actId="478"/>
          <ac:spMkLst>
            <pc:docMk/>
            <pc:sldMk cId="2864227448" sldId="925"/>
            <ac:spMk id="15" creationId="{D680B986-CFE9-4237-B810-6C9F4B6631DC}"/>
          </ac:spMkLst>
        </pc:spChg>
        <pc:spChg chg="del">
          <ac:chgData name="mike.baradaran@qa.com" userId="43fbaa8542b3ec4c" providerId="LiveId" clId="{D73FA3CC-CF42-4547-8DAE-D0AF99A03969}" dt="2022-03-26T00:38:33.275" v="2160" actId="478"/>
          <ac:spMkLst>
            <pc:docMk/>
            <pc:sldMk cId="2864227448" sldId="925"/>
            <ac:spMk id="17" creationId="{97452C11-CDC4-4C97-990F-FF30793F32C1}"/>
          </ac:spMkLst>
        </pc:spChg>
        <pc:spChg chg="del">
          <ac:chgData name="mike.baradaran@qa.com" userId="43fbaa8542b3ec4c" providerId="LiveId" clId="{D73FA3CC-CF42-4547-8DAE-D0AF99A03969}" dt="2022-03-26T00:38:33.275" v="2160" actId="478"/>
          <ac:spMkLst>
            <pc:docMk/>
            <pc:sldMk cId="2864227448" sldId="925"/>
            <ac:spMk id="19" creationId="{682D595E-439D-48FC-8AA1-59C02279ECD7}"/>
          </ac:spMkLst>
        </pc:spChg>
        <pc:cxnChg chg="del">
          <ac:chgData name="mike.baradaran@qa.com" userId="43fbaa8542b3ec4c" providerId="LiveId" clId="{D73FA3CC-CF42-4547-8DAE-D0AF99A03969}" dt="2022-03-26T00:38:33.275" v="2160" actId="478"/>
          <ac:cxnSpMkLst>
            <pc:docMk/>
            <pc:sldMk cId="2864227448" sldId="925"/>
            <ac:cxnSpMk id="20" creationId="{31DD2BC2-3E59-4F71-8146-EFEDD9FAE532}"/>
          </ac:cxnSpMkLst>
        </pc:cxnChg>
        <pc:cxnChg chg="del">
          <ac:chgData name="mike.baradaran@qa.com" userId="43fbaa8542b3ec4c" providerId="LiveId" clId="{D73FA3CC-CF42-4547-8DAE-D0AF99A03969}" dt="2022-03-26T00:38:33.275" v="2160" actId="478"/>
          <ac:cxnSpMkLst>
            <pc:docMk/>
            <pc:sldMk cId="2864227448" sldId="925"/>
            <ac:cxnSpMk id="21" creationId="{FA1B8F8C-FCEC-44AD-B47E-EFB6CCF51565}"/>
          </ac:cxnSpMkLst>
        </pc:cxnChg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3035061834" sldId="925"/>
        </pc:sldMkLst>
      </pc:sldChg>
      <pc:sldChg chg="add del">
        <pc:chgData name="mike.baradaran@qa.com" userId="43fbaa8542b3ec4c" providerId="LiveId" clId="{D73FA3CC-CF42-4547-8DAE-D0AF99A03969}" dt="2022-03-25T23:38:18.078" v="972" actId="47"/>
        <pc:sldMkLst>
          <pc:docMk/>
          <pc:sldMk cId="2140426168" sldId="926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500695249" sldId="926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641400015" sldId="927"/>
        </pc:sldMkLst>
      </pc:sldChg>
      <pc:sldChg chg="add del">
        <pc:chgData name="mike.baradaran@qa.com" userId="43fbaa8542b3ec4c" providerId="LiveId" clId="{D73FA3CC-CF42-4547-8DAE-D0AF99A03969}" dt="2022-03-25T23:38:19.414" v="973" actId="47"/>
        <pc:sldMkLst>
          <pc:docMk/>
          <pc:sldMk cId="2641133796" sldId="927"/>
        </pc:sldMkLst>
      </pc:sldChg>
      <pc:sldChg chg="add del">
        <pc:chgData name="mike.baradaran@qa.com" userId="43fbaa8542b3ec4c" providerId="LiveId" clId="{D73FA3CC-CF42-4547-8DAE-D0AF99A03969}" dt="2022-03-25T23:38:20.180" v="974" actId="47"/>
        <pc:sldMkLst>
          <pc:docMk/>
          <pc:sldMk cId="3139602956" sldId="928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4220165109" sldId="928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447118799" sldId="929"/>
        </pc:sldMkLst>
      </pc:sldChg>
      <pc:sldChg chg="add del">
        <pc:chgData name="mike.baradaran@qa.com" userId="43fbaa8542b3ec4c" providerId="LiveId" clId="{D73FA3CC-CF42-4547-8DAE-D0AF99A03969}" dt="2022-03-25T23:38:20.981" v="975" actId="47"/>
        <pc:sldMkLst>
          <pc:docMk/>
          <pc:sldMk cId="4049783354" sldId="929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651808060" sldId="930"/>
        </pc:sldMkLst>
      </pc:sldChg>
      <pc:sldChg chg="add del">
        <pc:chgData name="mike.baradaran@qa.com" userId="43fbaa8542b3ec4c" providerId="LiveId" clId="{D73FA3CC-CF42-4547-8DAE-D0AF99A03969}" dt="2022-03-25T23:38:21.608" v="976" actId="47"/>
        <pc:sldMkLst>
          <pc:docMk/>
          <pc:sldMk cId="1029787492" sldId="930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722598422" sldId="931"/>
        </pc:sldMkLst>
      </pc:sldChg>
      <pc:sldChg chg="add del">
        <pc:chgData name="mike.baradaran@qa.com" userId="43fbaa8542b3ec4c" providerId="LiveId" clId="{D73FA3CC-CF42-4547-8DAE-D0AF99A03969}" dt="2022-03-25T23:38:22.691" v="977" actId="47"/>
        <pc:sldMkLst>
          <pc:docMk/>
          <pc:sldMk cId="3721493631" sldId="931"/>
        </pc:sldMkLst>
      </pc:sldChg>
      <pc:sldChg chg="add del">
        <pc:chgData name="mike.baradaran@qa.com" userId="43fbaa8542b3ec4c" providerId="LiveId" clId="{D73FA3CC-CF42-4547-8DAE-D0AF99A03969}" dt="2022-03-25T23:38:23.426" v="978" actId="47"/>
        <pc:sldMkLst>
          <pc:docMk/>
          <pc:sldMk cId="2608810246" sldId="932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3783346645" sldId="932"/>
        </pc:sldMkLst>
      </pc:sldChg>
      <pc:sldChg chg="add del">
        <pc:chgData name="mike.baradaran@qa.com" userId="43fbaa8542b3ec4c" providerId="LiveId" clId="{D73FA3CC-CF42-4547-8DAE-D0AF99A03969}" dt="2022-03-25T23:38:24.168" v="979" actId="47"/>
        <pc:sldMkLst>
          <pc:docMk/>
          <pc:sldMk cId="2127514768" sldId="933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411973131" sldId="933"/>
        </pc:sldMkLst>
      </pc:sldChg>
      <pc:sldChg chg="add del">
        <pc:chgData name="mike.baradaran@qa.com" userId="43fbaa8542b3ec4c" providerId="LiveId" clId="{D73FA3CC-CF42-4547-8DAE-D0AF99A03969}" dt="2022-03-25T23:38:24.769" v="980" actId="47"/>
        <pc:sldMkLst>
          <pc:docMk/>
          <pc:sldMk cId="1705167015" sldId="934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192615574" sldId="934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2352814740" sldId="935"/>
        </pc:sldMkLst>
      </pc:sldChg>
      <pc:sldChg chg="add del">
        <pc:chgData name="mike.baradaran@qa.com" userId="43fbaa8542b3ec4c" providerId="LiveId" clId="{D73FA3CC-CF42-4547-8DAE-D0AF99A03969}" dt="2022-03-25T23:38:25.403" v="981" actId="47"/>
        <pc:sldMkLst>
          <pc:docMk/>
          <pc:sldMk cId="3368399822" sldId="935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1601610268" sldId="936"/>
        </pc:sldMkLst>
      </pc:sldChg>
      <pc:sldChg chg="add del">
        <pc:chgData name="mike.baradaran@qa.com" userId="43fbaa8542b3ec4c" providerId="LiveId" clId="{D73FA3CC-CF42-4547-8DAE-D0AF99A03969}" dt="2022-03-25T23:38:26.068" v="982" actId="47"/>
        <pc:sldMkLst>
          <pc:docMk/>
          <pc:sldMk cId="3421672231" sldId="936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1816631847" sldId="937"/>
        </pc:sldMkLst>
      </pc:sldChg>
      <pc:sldChg chg="add del">
        <pc:chgData name="mike.baradaran@qa.com" userId="43fbaa8542b3ec4c" providerId="LiveId" clId="{D73FA3CC-CF42-4547-8DAE-D0AF99A03969}" dt="2022-03-25T23:40:20.866" v="991"/>
        <pc:sldMkLst>
          <pc:docMk/>
          <pc:sldMk cId="3317097355" sldId="938"/>
        </pc:sldMkLst>
      </pc:sldChg>
      <pc:sldChg chg="add">
        <pc:chgData name="mike.baradaran@qa.com" userId="43fbaa8542b3ec4c" providerId="LiveId" clId="{D73FA3CC-CF42-4547-8DAE-D0AF99A03969}" dt="2022-03-26T10:15:04.874" v="3865"/>
        <pc:sldMkLst>
          <pc:docMk/>
          <pc:sldMk cId="1287351691" sldId="1056"/>
        </pc:sldMkLst>
      </pc:sldChg>
      <pc:sldChg chg="modSp add mod">
        <pc:chgData name="mike.baradaran@qa.com" userId="43fbaa8542b3ec4c" providerId="LiveId" clId="{D73FA3CC-CF42-4547-8DAE-D0AF99A03969}" dt="2022-03-26T10:16:23.357" v="3876" actId="13822"/>
        <pc:sldMkLst>
          <pc:docMk/>
          <pc:sldMk cId="4082369192" sldId="1065"/>
        </pc:sldMkLst>
        <pc:spChg chg="mod">
          <ac:chgData name="mike.baradaran@qa.com" userId="43fbaa8542b3ec4c" providerId="LiveId" clId="{D73FA3CC-CF42-4547-8DAE-D0AF99A03969}" dt="2022-03-26T10:16:23.357" v="3876" actId="13822"/>
          <ac:spMkLst>
            <pc:docMk/>
            <pc:sldMk cId="4082369192" sldId="1065"/>
            <ac:spMk id="5" creationId="{47BB1F3C-AD41-49B9-B994-8FE713C20A26}"/>
          </ac:spMkLst>
        </pc:spChg>
        <pc:spChg chg="mod">
          <ac:chgData name="mike.baradaran@qa.com" userId="43fbaa8542b3ec4c" providerId="LiveId" clId="{D73FA3CC-CF42-4547-8DAE-D0AF99A03969}" dt="2022-03-26T10:16:00.167" v="3873" actId="948"/>
          <ac:spMkLst>
            <pc:docMk/>
            <pc:sldMk cId="4082369192" sldId="1065"/>
            <ac:spMk id="7" creationId="{CF6FCCE6-A851-4819-91DB-D1A096AF2317}"/>
          </ac:spMkLst>
        </pc:spChg>
      </pc:sldChg>
      <pc:sldChg chg="addSp delSp modSp new mod modClrScheme chgLayout">
        <pc:chgData name="mike.baradaran@qa.com" userId="43fbaa8542b3ec4c" providerId="LiveId" clId="{D73FA3CC-CF42-4547-8DAE-D0AF99A03969}" dt="2022-03-28T16:25:16.267" v="8754" actId="1076"/>
        <pc:sldMkLst>
          <pc:docMk/>
          <pc:sldMk cId="1739249428" sldId="1066"/>
        </pc:sldMkLst>
        <pc:spChg chg="del">
          <ac:chgData name="mike.baradaran@qa.com" userId="43fbaa8542b3ec4c" providerId="LiveId" clId="{D73FA3CC-CF42-4547-8DAE-D0AF99A03969}" dt="2022-03-26T16:23:35.263" v="4640" actId="478"/>
          <ac:spMkLst>
            <pc:docMk/>
            <pc:sldMk cId="1739249428" sldId="1066"/>
            <ac:spMk id="2" creationId="{84C6AC99-5406-4F4A-9D38-692AFEA7A27A}"/>
          </ac:spMkLst>
        </pc:spChg>
        <pc:spChg chg="del mod ord">
          <ac:chgData name="mike.baradaran@qa.com" userId="43fbaa8542b3ec4c" providerId="LiveId" clId="{D73FA3CC-CF42-4547-8DAE-D0AF99A03969}" dt="2022-03-26T16:23:40.886" v="4641" actId="700"/>
          <ac:spMkLst>
            <pc:docMk/>
            <pc:sldMk cId="1739249428" sldId="1066"/>
            <ac:spMk id="3" creationId="{6F42DA6F-7E0D-449D-9C93-25BFB5261B7B}"/>
          </ac:spMkLst>
        </pc:spChg>
        <pc:spChg chg="del mod ord">
          <ac:chgData name="mike.baradaran@qa.com" userId="43fbaa8542b3ec4c" providerId="LiveId" clId="{D73FA3CC-CF42-4547-8DAE-D0AF99A03969}" dt="2022-03-26T16:23:40.886" v="4641" actId="700"/>
          <ac:spMkLst>
            <pc:docMk/>
            <pc:sldMk cId="1739249428" sldId="1066"/>
            <ac:spMk id="4" creationId="{FFF5FD13-8B60-4A20-ADD1-94D68A3D0F33}"/>
          </ac:spMkLst>
        </pc:spChg>
        <pc:spChg chg="add mod ord">
          <ac:chgData name="mike.baradaran@qa.com" userId="43fbaa8542b3ec4c" providerId="LiveId" clId="{D73FA3CC-CF42-4547-8DAE-D0AF99A03969}" dt="2022-03-26T16:24:27.200" v="4681" actId="20577"/>
          <ac:spMkLst>
            <pc:docMk/>
            <pc:sldMk cId="1739249428" sldId="1066"/>
            <ac:spMk id="5" creationId="{26BDA200-C4D7-4F8E-AB92-9564B553B092}"/>
          </ac:spMkLst>
        </pc:spChg>
        <pc:spChg chg="add mod ord">
          <ac:chgData name="mike.baradaran@qa.com" userId="43fbaa8542b3ec4c" providerId="LiveId" clId="{D73FA3CC-CF42-4547-8DAE-D0AF99A03969}" dt="2022-03-28T16:25:08.342" v="8753" actId="6549"/>
          <ac:spMkLst>
            <pc:docMk/>
            <pc:sldMk cId="1739249428" sldId="1066"/>
            <ac:spMk id="6" creationId="{D6BD81F8-5EC8-4CD1-AE56-E37D59C09BF7}"/>
          </ac:spMkLst>
        </pc:spChg>
        <pc:spChg chg="add del mod">
          <ac:chgData name="mike.baradaran@qa.com" userId="43fbaa8542b3ec4c" providerId="LiveId" clId="{D73FA3CC-CF42-4547-8DAE-D0AF99A03969}" dt="2022-03-26T16:41:20.179" v="5084" actId="21"/>
          <ac:spMkLst>
            <pc:docMk/>
            <pc:sldMk cId="1739249428" sldId="1066"/>
            <ac:spMk id="9" creationId="{3473D40D-AEC4-45B8-900F-92F6FE86CF2F}"/>
          </ac:spMkLst>
        </pc:spChg>
        <pc:spChg chg="add del mod">
          <ac:chgData name="mike.baradaran@qa.com" userId="43fbaa8542b3ec4c" providerId="LiveId" clId="{D73FA3CC-CF42-4547-8DAE-D0AF99A03969}" dt="2022-03-26T16:43:18.589" v="5149" actId="21"/>
          <ac:spMkLst>
            <pc:docMk/>
            <pc:sldMk cId="1739249428" sldId="1066"/>
            <ac:spMk id="14" creationId="{310523F2-9DEB-4697-B7B9-4E40D7C13CF0}"/>
          </ac:spMkLst>
        </pc:spChg>
        <pc:picChg chg="add del mod">
          <ac:chgData name="mike.baradaran@qa.com" userId="43fbaa8542b3ec4c" providerId="LiveId" clId="{D73FA3CC-CF42-4547-8DAE-D0AF99A03969}" dt="2022-03-26T16:41:20.179" v="5084" actId="21"/>
          <ac:picMkLst>
            <pc:docMk/>
            <pc:sldMk cId="1739249428" sldId="1066"/>
            <ac:picMk id="8" creationId="{463B44CF-40C9-4D78-A74C-8FDBFC0D8EE3}"/>
          </ac:picMkLst>
        </pc:picChg>
        <pc:picChg chg="add del mod">
          <ac:chgData name="mike.baradaran@qa.com" userId="43fbaa8542b3ec4c" providerId="LiveId" clId="{D73FA3CC-CF42-4547-8DAE-D0AF99A03969}" dt="2022-03-26T16:44:08.181" v="5150" actId="478"/>
          <ac:picMkLst>
            <pc:docMk/>
            <pc:sldMk cId="1739249428" sldId="1066"/>
            <ac:picMk id="11" creationId="{E658AFE9-42DE-45B7-91BD-18999ED9A768}"/>
          </ac:picMkLst>
        </pc:picChg>
        <pc:picChg chg="add del mod">
          <ac:chgData name="mike.baradaran@qa.com" userId="43fbaa8542b3ec4c" providerId="LiveId" clId="{D73FA3CC-CF42-4547-8DAE-D0AF99A03969}" dt="2022-03-26T16:43:18.589" v="5149" actId="21"/>
          <ac:picMkLst>
            <pc:docMk/>
            <pc:sldMk cId="1739249428" sldId="1066"/>
            <ac:picMk id="13" creationId="{38A0A70A-4542-4A00-AC8D-A95904CF184B}"/>
          </ac:picMkLst>
        </pc:picChg>
        <pc:picChg chg="add mod">
          <ac:chgData name="mike.baradaran@qa.com" userId="43fbaa8542b3ec4c" providerId="LiveId" clId="{D73FA3CC-CF42-4547-8DAE-D0AF99A03969}" dt="2022-03-28T16:25:16.267" v="8754" actId="1076"/>
          <ac:picMkLst>
            <pc:docMk/>
            <pc:sldMk cId="1739249428" sldId="1066"/>
            <ac:picMk id="16" creationId="{55A1172D-D041-4474-ADF6-3B159DC6D6D8}"/>
          </ac:picMkLst>
        </pc:picChg>
      </pc:sldChg>
      <pc:sldChg chg="addSp delSp modSp add mod">
        <pc:chgData name="mike.baradaran@qa.com" userId="43fbaa8542b3ec4c" providerId="LiveId" clId="{D73FA3CC-CF42-4547-8DAE-D0AF99A03969}" dt="2022-03-28T16:26:59.379" v="8755" actId="1076"/>
        <pc:sldMkLst>
          <pc:docMk/>
          <pc:sldMk cId="730391532" sldId="1067"/>
        </pc:sldMkLst>
        <pc:spChg chg="add del mod">
          <ac:chgData name="mike.baradaran@qa.com" userId="43fbaa8542b3ec4c" providerId="LiveId" clId="{D73FA3CC-CF42-4547-8DAE-D0AF99A03969}" dt="2022-03-26T16:57:26.266" v="5784" actId="478"/>
          <ac:spMkLst>
            <pc:docMk/>
            <pc:sldMk cId="730391532" sldId="1067"/>
            <ac:spMk id="4" creationId="{13AEDD18-9263-4926-8CCF-53B37A922DF9}"/>
          </ac:spMkLst>
        </pc:spChg>
        <pc:spChg chg="mod">
          <ac:chgData name="mike.baradaran@qa.com" userId="43fbaa8542b3ec4c" providerId="LiveId" clId="{D73FA3CC-CF42-4547-8DAE-D0AF99A03969}" dt="2022-03-26T16:46:30.512" v="5451" actId="20577"/>
          <ac:spMkLst>
            <pc:docMk/>
            <pc:sldMk cId="730391532" sldId="1067"/>
            <ac:spMk id="5" creationId="{26BDA200-C4D7-4F8E-AB92-9564B553B092}"/>
          </ac:spMkLst>
        </pc:spChg>
        <pc:spChg chg="mod">
          <ac:chgData name="mike.baradaran@qa.com" userId="43fbaa8542b3ec4c" providerId="LiveId" clId="{D73FA3CC-CF42-4547-8DAE-D0AF99A03969}" dt="2022-03-26T17:02:17.396" v="5933" actId="20577"/>
          <ac:spMkLst>
            <pc:docMk/>
            <pc:sldMk cId="730391532" sldId="1067"/>
            <ac:spMk id="6" creationId="{D6BD81F8-5EC8-4CD1-AE56-E37D59C09BF7}"/>
          </ac:spMkLst>
        </pc:spChg>
        <pc:spChg chg="add del mod">
          <ac:chgData name="mike.baradaran@qa.com" userId="43fbaa8542b3ec4c" providerId="LiveId" clId="{D73FA3CC-CF42-4547-8DAE-D0AF99A03969}" dt="2022-03-26T16:58:28.876" v="5789" actId="21"/>
          <ac:spMkLst>
            <pc:docMk/>
            <pc:sldMk cId="730391532" sldId="1067"/>
            <ac:spMk id="9" creationId="{D6E434FE-5287-4269-9EE8-BDDF76E79EB6}"/>
          </ac:spMkLst>
        </pc:spChg>
        <pc:picChg chg="add del mod">
          <ac:chgData name="mike.baradaran@qa.com" userId="43fbaa8542b3ec4c" providerId="LiveId" clId="{D73FA3CC-CF42-4547-8DAE-D0AF99A03969}" dt="2022-03-26T16:57:26.266" v="5784" actId="478"/>
          <ac:picMkLst>
            <pc:docMk/>
            <pc:sldMk cId="730391532" sldId="1067"/>
            <ac:picMk id="3" creationId="{47DA46D3-A03D-4F64-8778-BAEAD15A655E}"/>
          </ac:picMkLst>
        </pc:picChg>
        <pc:picChg chg="add del mod">
          <ac:chgData name="mike.baradaran@qa.com" userId="43fbaa8542b3ec4c" providerId="LiveId" clId="{D73FA3CC-CF42-4547-8DAE-D0AF99A03969}" dt="2022-03-26T16:58:28.876" v="5789" actId="21"/>
          <ac:picMkLst>
            <pc:docMk/>
            <pc:sldMk cId="730391532" sldId="1067"/>
            <ac:picMk id="8" creationId="{D43A17B6-71F2-4AFB-87C2-54C56AFC03E3}"/>
          </ac:picMkLst>
        </pc:picChg>
        <pc:picChg chg="add mod">
          <ac:chgData name="mike.baradaran@qa.com" userId="43fbaa8542b3ec4c" providerId="LiveId" clId="{D73FA3CC-CF42-4547-8DAE-D0AF99A03969}" dt="2022-03-28T16:26:59.379" v="8755" actId="1076"/>
          <ac:picMkLst>
            <pc:docMk/>
            <pc:sldMk cId="730391532" sldId="1067"/>
            <ac:picMk id="11" creationId="{0A0F07C2-9226-44CB-A0AA-3956A4B7B4B1}"/>
          </ac:picMkLst>
        </pc:picChg>
        <pc:picChg chg="del">
          <ac:chgData name="mike.baradaran@qa.com" userId="43fbaa8542b3ec4c" providerId="LiveId" clId="{D73FA3CC-CF42-4547-8DAE-D0AF99A03969}" dt="2022-03-26T16:46:06.356" v="5363" actId="478"/>
          <ac:picMkLst>
            <pc:docMk/>
            <pc:sldMk cId="730391532" sldId="1067"/>
            <ac:picMk id="16" creationId="{55A1172D-D041-4474-ADF6-3B159DC6D6D8}"/>
          </ac:picMkLst>
        </pc:picChg>
        <pc:picChg chg="add mod">
          <ac:chgData name="mike.baradaran@qa.com" userId="43fbaa8542b3ec4c" providerId="LiveId" clId="{D73FA3CC-CF42-4547-8DAE-D0AF99A03969}" dt="2022-03-26T17:02:34.662" v="5996" actId="1037"/>
          <ac:picMkLst>
            <pc:docMk/>
            <pc:sldMk cId="730391532" sldId="1067"/>
            <ac:picMk id="1026" creationId="{7935D69A-5806-40A6-BC7D-04D01CC49A0B}"/>
          </ac:picMkLst>
        </pc:picChg>
      </pc:sldChg>
      <pc:sldChg chg="delSp modSp add mod">
        <pc:chgData name="mike.baradaran@qa.com" userId="43fbaa8542b3ec4c" providerId="LiveId" clId="{D73FA3CC-CF42-4547-8DAE-D0AF99A03969}" dt="2022-03-26T17:50:38.075" v="7665" actId="13926"/>
        <pc:sldMkLst>
          <pc:docMk/>
          <pc:sldMk cId="2164787299" sldId="1068"/>
        </pc:sldMkLst>
        <pc:spChg chg="mod">
          <ac:chgData name="mike.baradaran@qa.com" userId="43fbaa8542b3ec4c" providerId="LiveId" clId="{D73FA3CC-CF42-4547-8DAE-D0AF99A03969}" dt="2022-03-26T17:06:01.412" v="6038" actId="20577"/>
          <ac:spMkLst>
            <pc:docMk/>
            <pc:sldMk cId="2164787299" sldId="1068"/>
            <ac:spMk id="5" creationId="{26BDA200-C4D7-4F8E-AB92-9564B553B092}"/>
          </ac:spMkLst>
        </pc:spChg>
        <pc:spChg chg="mod">
          <ac:chgData name="mike.baradaran@qa.com" userId="43fbaa8542b3ec4c" providerId="LiveId" clId="{D73FA3CC-CF42-4547-8DAE-D0AF99A03969}" dt="2022-03-26T17:50:38.075" v="7665" actId="13926"/>
          <ac:spMkLst>
            <pc:docMk/>
            <pc:sldMk cId="2164787299" sldId="1068"/>
            <ac:spMk id="6" creationId="{D6BD81F8-5EC8-4CD1-AE56-E37D59C09BF7}"/>
          </ac:spMkLst>
        </pc:spChg>
        <pc:picChg chg="del">
          <ac:chgData name="mike.baradaran@qa.com" userId="43fbaa8542b3ec4c" providerId="LiveId" clId="{D73FA3CC-CF42-4547-8DAE-D0AF99A03969}" dt="2022-03-26T17:06:04.233" v="6039" actId="478"/>
          <ac:picMkLst>
            <pc:docMk/>
            <pc:sldMk cId="2164787299" sldId="1068"/>
            <ac:picMk id="11" creationId="{0A0F07C2-9226-44CB-A0AA-3956A4B7B4B1}"/>
          </ac:picMkLst>
        </pc:picChg>
        <pc:picChg chg="del">
          <ac:chgData name="mike.baradaran@qa.com" userId="43fbaa8542b3ec4c" providerId="LiveId" clId="{D73FA3CC-CF42-4547-8DAE-D0AF99A03969}" dt="2022-03-26T17:06:05.975" v="6040" actId="478"/>
          <ac:picMkLst>
            <pc:docMk/>
            <pc:sldMk cId="2164787299" sldId="1068"/>
            <ac:picMk id="1026" creationId="{7935D69A-5806-40A6-BC7D-04D01CC49A0B}"/>
          </ac:picMkLst>
        </pc:picChg>
      </pc:sldChg>
      <pc:sldChg chg="addSp delSp modSp new mod">
        <pc:chgData name="mike.baradaran@qa.com" userId="43fbaa8542b3ec4c" providerId="LiveId" clId="{D73FA3CC-CF42-4547-8DAE-D0AF99A03969}" dt="2022-03-28T16:30:31.819" v="8762" actId="14100"/>
        <pc:sldMkLst>
          <pc:docMk/>
          <pc:sldMk cId="1721327870" sldId="1069"/>
        </pc:sldMkLst>
        <pc:spChg chg="mod">
          <ac:chgData name="mike.baradaran@qa.com" userId="43fbaa8542b3ec4c" providerId="LiveId" clId="{D73FA3CC-CF42-4547-8DAE-D0AF99A03969}" dt="2022-03-26T17:31:52.045" v="6775" actId="20577"/>
          <ac:spMkLst>
            <pc:docMk/>
            <pc:sldMk cId="1721327870" sldId="1069"/>
            <ac:spMk id="3" creationId="{196D66B7-4274-4073-ADE6-C6167AD323B3}"/>
          </ac:spMkLst>
        </pc:spChg>
        <pc:spChg chg="mod">
          <ac:chgData name="mike.baradaran@qa.com" userId="43fbaa8542b3ec4c" providerId="LiveId" clId="{D73FA3CC-CF42-4547-8DAE-D0AF99A03969}" dt="2022-03-28T16:27:29.764" v="8760" actId="6549"/>
          <ac:spMkLst>
            <pc:docMk/>
            <pc:sldMk cId="1721327870" sldId="1069"/>
            <ac:spMk id="4" creationId="{6F30DD6F-F8A4-4C99-89F3-905864CF3E08}"/>
          </ac:spMkLst>
        </pc:spChg>
        <pc:spChg chg="add del mod">
          <ac:chgData name="mike.baradaran@qa.com" userId="43fbaa8542b3ec4c" providerId="LiveId" clId="{D73FA3CC-CF42-4547-8DAE-D0AF99A03969}" dt="2022-03-26T17:44:36.877" v="7352" actId="478"/>
          <ac:spMkLst>
            <pc:docMk/>
            <pc:sldMk cId="1721327870" sldId="1069"/>
            <ac:spMk id="8" creationId="{07A38FEA-83E5-4DDD-8E87-54707806984B}"/>
          </ac:spMkLst>
        </pc:spChg>
        <pc:spChg chg="add del mod">
          <ac:chgData name="mike.baradaran@qa.com" userId="43fbaa8542b3ec4c" providerId="LiveId" clId="{D73FA3CC-CF42-4547-8DAE-D0AF99A03969}" dt="2022-03-26T17:44:39.844" v="7353" actId="478"/>
          <ac:spMkLst>
            <pc:docMk/>
            <pc:sldMk cId="1721327870" sldId="1069"/>
            <ac:spMk id="10" creationId="{F4868CBB-3AFF-4AA6-8C0A-6D96B8AE85BC}"/>
          </ac:spMkLst>
        </pc:spChg>
        <pc:picChg chg="add mod">
          <ac:chgData name="mike.baradaran@qa.com" userId="43fbaa8542b3ec4c" providerId="LiveId" clId="{D73FA3CC-CF42-4547-8DAE-D0AF99A03969}" dt="2022-03-28T16:30:31.819" v="8762" actId="14100"/>
          <ac:picMkLst>
            <pc:docMk/>
            <pc:sldMk cId="1721327870" sldId="1069"/>
            <ac:picMk id="6" creationId="{F284E020-DAD2-4D02-A06A-1B34C0F06CEA}"/>
          </ac:picMkLst>
        </pc:picChg>
      </pc:sldChg>
      <pc:sldChg chg="addSp delSp modSp add mod">
        <pc:chgData name="mike.baradaran@qa.com" userId="43fbaa8542b3ec4c" providerId="LiveId" clId="{D73FA3CC-CF42-4547-8DAE-D0AF99A03969}" dt="2022-03-26T17:50:53.010" v="7666" actId="13926"/>
        <pc:sldMkLst>
          <pc:docMk/>
          <pc:sldMk cId="2952529516" sldId="1070"/>
        </pc:sldMkLst>
        <pc:spChg chg="mod">
          <ac:chgData name="mike.baradaran@qa.com" userId="43fbaa8542b3ec4c" providerId="LiveId" clId="{D73FA3CC-CF42-4547-8DAE-D0AF99A03969}" dt="2022-03-26T17:48:45.355" v="7503" actId="5793"/>
          <ac:spMkLst>
            <pc:docMk/>
            <pc:sldMk cId="2952529516" sldId="1070"/>
            <ac:spMk id="4" creationId="{6F30DD6F-F8A4-4C99-89F3-905864CF3E08}"/>
          </ac:spMkLst>
        </pc:spChg>
        <pc:spChg chg="mod">
          <ac:chgData name="mike.baradaran@qa.com" userId="43fbaa8542b3ec4c" providerId="LiveId" clId="{D73FA3CC-CF42-4547-8DAE-D0AF99A03969}" dt="2022-03-26T17:46:58.669" v="7403" actId="1076"/>
          <ac:spMkLst>
            <pc:docMk/>
            <pc:sldMk cId="2952529516" sldId="1070"/>
            <ac:spMk id="8" creationId="{07A38FEA-83E5-4DDD-8E87-54707806984B}"/>
          </ac:spMkLst>
        </pc:spChg>
        <pc:spChg chg="add mod">
          <ac:chgData name="mike.baradaran@qa.com" userId="43fbaa8542b3ec4c" providerId="LiveId" clId="{D73FA3CC-CF42-4547-8DAE-D0AF99A03969}" dt="2022-03-26T17:50:53.010" v="7666" actId="13926"/>
          <ac:spMkLst>
            <pc:docMk/>
            <pc:sldMk cId="2952529516" sldId="1070"/>
            <ac:spMk id="9" creationId="{48F1BA4D-F787-4DBA-9E7B-D1B39D924C70}"/>
          </ac:spMkLst>
        </pc:spChg>
        <pc:spChg chg="mod">
          <ac:chgData name="mike.baradaran@qa.com" userId="43fbaa8542b3ec4c" providerId="LiveId" clId="{D73FA3CC-CF42-4547-8DAE-D0AF99A03969}" dt="2022-03-26T17:47:20.189" v="7415" actId="1076"/>
          <ac:spMkLst>
            <pc:docMk/>
            <pc:sldMk cId="2952529516" sldId="1070"/>
            <ac:spMk id="10" creationId="{F4868CBB-3AFF-4AA6-8C0A-6D96B8AE85BC}"/>
          </ac:spMkLst>
        </pc:spChg>
        <pc:picChg chg="del">
          <ac:chgData name="mike.baradaran@qa.com" userId="43fbaa8542b3ec4c" providerId="LiveId" clId="{D73FA3CC-CF42-4547-8DAE-D0AF99A03969}" dt="2022-03-26T17:46:52.423" v="7402" actId="478"/>
          <ac:picMkLst>
            <pc:docMk/>
            <pc:sldMk cId="2952529516" sldId="1070"/>
            <ac:picMk id="6" creationId="{F284E020-DAD2-4D02-A06A-1B34C0F06CEA}"/>
          </ac:picMkLst>
        </pc:picChg>
      </pc:sldChg>
      <pc:sldChg chg="modSp add mod">
        <pc:chgData name="mike.baradaran@qa.com" userId="43fbaa8542b3ec4c" providerId="LiveId" clId="{D73FA3CC-CF42-4547-8DAE-D0AF99A03969}" dt="2022-03-26T17:53:15.875" v="7837" actId="313"/>
        <pc:sldMkLst>
          <pc:docMk/>
          <pc:sldMk cId="3110656345" sldId="1071"/>
        </pc:sldMkLst>
        <pc:spChg chg="mod">
          <ac:chgData name="mike.baradaran@qa.com" userId="43fbaa8542b3ec4c" providerId="LiveId" clId="{D73FA3CC-CF42-4547-8DAE-D0AF99A03969}" dt="2022-03-26T17:53:15.875" v="7837" actId="313"/>
          <ac:spMkLst>
            <pc:docMk/>
            <pc:sldMk cId="3110656345" sldId="1071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6T17:51:55.030" v="7675" actId="20577"/>
          <ac:spMkLst>
            <pc:docMk/>
            <pc:sldMk cId="3110656345" sldId="1071"/>
            <ac:spMk id="4" creationId="{B6F948DE-9BA4-4416-B213-36446EDA8F67}"/>
          </ac:spMkLst>
        </pc:spChg>
      </pc:sldChg>
      <pc:sldChg chg="addSp delSp modSp add mod modClrScheme chgLayout">
        <pc:chgData name="mike.baradaran@qa.com" userId="43fbaa8542b3ec4c" providerId="LiveId" clId="{D73FA3CC-CF42-4547-8DAE-D0AF99A03969}" dt="2022-03-26T17:55:16.561" v="7859" actId="478"/>
        <pc:sldMkLst>
          <pc:docMk/>
          <pc:sldMk cId="1854440757" sldId="1072"/>
        </pc:sldMkLst>
        <pc:spChg chg="del">
          <ac:chgData name="mike.baradaran@qa.com" userId="43fbaa8542b3ec4c" providerId="LiveId" clId="{D73FA3CC-CF42-4547-8DAE-D0AF99A03969}" dt="2022-03-26T17:54:41.779" v="7856" actId="478"/>
          <ac:spMkLst>
            <pc:docMk/>
            <pc:sldMk cId="1854440757" sldId="1072"/>
            <ac:spMk id="2" creationId="{00000000-0000-0000-0000-000000000000}"/>
          </ac:spMkLst>
        </pc:spChg>
        <pc:spChg chg="mod ord">
          <ac:chgData name="mike.baradaran@qa.com" userId="43fbaa8542b3ec4c" providerId="LiveId" clId="{D73FA3CC-CF42-4547-8DAE-D0AF99A03969}" dt="2022-03-26T17:55:12.909" v="7858" actId="700"/>
          <ac:spMkLst>
            <pc:docMk/>
            <pc:sldMk cId="1854440757" sldId="1072"/>
            <ac:spMk id="3" creationId="{00000000-0000-0000-0000-000000000000}"/>
          </ac:spMkLst>
        </pc:spChg>
        <pc:spChg chg="add del mod ord">
          <ac:chgData name="mike.baradaran@qa.com" userId="43fbaa8542b3ec4c" providerId="LiveId" clId="{D73FA3CC-CF42-4547-8DAE-D0AF99A03969}" dt="2022-03-26T17:55:12.909" v="7858" actId="700"/>
          <ac:spMkLst>
            <pc:docMk/>
            <pc:sldMk cId="1854440757" sldId="1072"/>
            <ac:spMk id="4" creationId="{28D97DBF-8214-4019-B49F-D5D3EEEBB6A6}"/>
          </ac:spMkLst>
        </pc:spChg>
        <pc:spChg chg="add del mod ord">
          <ac:chgData name="mike.baradaran@qa.com" userId="43fbaa8542b3ec4c" providerId="LiveId" clId="{D73FA3CC-CF42-4547-8DAE-D0AF99A03969}" dt="2022-03-26T17:55:16.561" v="7859" actId="478"/>
          <ac:spMkLst>
            <pc:docMk/>
            <pc:sldMk cId="1854440757" sldId="1072"/>
            <ac:spMk id="6" creationId="{1FD9A68A-4820-486B-AF68-01EA713EFED7}"/>
          </ac:spMkLst>
        </pc:spChg>
      </pc:sldChg>
      <pc:sldChg chg="add del">
        <pc:chgData name="mike.baradaran@qa.com" userId="43fbaa8542b3ec4c" providerId="LiveId" clId="{D73FA3CC-CF42-4547-8DAE-D0AF99A03969}" dt="2022-03-28T22:03:45.198" v="8764" actId="2696"/>
        <pc:sldMkLst>
          <pc:docMk/>
          <pc:sldMk cId="135592315" sldId="1073"/>
        </pc:sldMkLst>
      </pc:sldChg>
      <pc:sldChg chg="modSp add del mod">
        <pc:chgData name="mike.baradaran@qa.com" userId="43fbaa8542b3ec4c" providerId="LiveId" clId="{D73FA3CC-CF42-4547-8DAE-D0AF99A03969}" dt="2022-03-28T22:05:08.843" v="8783" actId="47"/>
        <pc:sldMkLst>
          <pc:docMk/>
          <pc:sldMk cId="3318417244" sldId="1073"/>
        </pc:sldMkLst>
        <pc:spChg chg="mod">
          <ac:chgData name="mike.baradaran@qa.com" userId="43fbaa8542b3ec4c" providerId="LiveId" clId="{D73FA3CC-CF42-4547-8DAE-D0AF99A03969}" dt="2022-03-28T22:04:00.526" v="8782" actId="20577"/>
          <ac:spMkLst>
            <pc:docMk/>
            <pc:sldMk cId="3318417244" sldId="1073"/>
            <ac:spMk id="2" creationId="{C00B4EA7-EF36-482D-9362-88CF02DB626E}"/>
          </ac:spMkLst>
        </pc:spChg>
      </pc:sldChg>
      <pc:sldChg chg="modSp add mod">
        <pc:chgData name="mike.baradaran@qa.com" userId="43fbaa8542b3ec4c" providerId="LiveId" clId="{D73FA3CC-CF42-4547-8DAE-D0AF99A03969}" dt="2022-03-29T10:23:33.517" v="8934" actId="20577"/>
        <pc:sldMkLst>
          <pc:docMk/>
          <pc:sldMk cId="3562478103" sldId="1073"/>
        </pc:sldMkLst>
        <pc:spChg chg="mod">
          <ac:chgData name="mike.baradaran@qa.com" userId="43fbaa8542b3ec4c" providerId="LiveId" clId="{D73FA3CC-CF42-4547-8DAE-D0AF99A03969}" dt="2022-03-29T10:23:33.517" v="8934" actId="20577"/>
          <ac:spMkLst>
            <pc:docMk/>
            <pc:sldMk cId="3562478103" sldId="1073"/>
            <ac:spMk id="3" creationId="{7EE23549-8E19-40A1-A106-9740BFD0462C}"/>
          </ac:spMkLst>
        </pc:spChg>
        <pc:spChg chg="mod">
          <ac:chgData name="mike.baradaran@qa.com" userId="43fbaa8542b3ec4c" providerId="LiveId" clId="{D73FA3CC-CF42-4547-8DAE-D0AF99A03969}" dt="2022-03-29T10:21:45.784" v="8787" actId="20577"/>
          <ac:spMkLst>
            <pc:docMk/>
            <pc:sldMk cId="3562478103" sldId="1073"/>
            <ac:spMk id="4" creationId="{B6F948DE-9BA4-4416-B213-36446EDA8F67}"/>
          </ac:spMkLst>
        </pc:spChg>
      </pc:sldChg>
      <pc:sldMasterChg chg="delSldLayout">
        <pc:chgData name="mike.baradaran@qa.com" userId="43fbaa8542b3ec4c" providerId="LiveId" clId="{D73FA3CC-CF42-4547-8DAE-D0AF99A03969}" dt="2022-03-28T22:05:08.843" v="8783" actId="47"/>
        <pc:sldMasterMkLst>
          <pc:docMk/>
          <pc:sldMasterMk cId="300464794" sldId="2147483648"/>
        </pc:sldMasterMkLst>
        <pc:sldLayoutChg chg="del">
          <pc:chgData name="mike.baradaran@qa.com" userId="43fbaa8542b3ec4c" providerId="LiveId" clId="{D73FA3CC-CF42-4547-8DAE-D0AF99A03969}" dt="2022-03-25T23:36:49.068" v="963" actId="47"/>
          <pc:sldLayoutMkLst>
            <pc:docMk/>
            <pc:sldMasterMk cId="300464794" sldId="2147483648"/>
            <pc:sldLayoutMk cId="2654030940" sldId="2147483905"/>
          </pc:sldLayoutMkLst>
        </pc:sldLayoutChg>
        <pc:sldLayoutChg chg="del">
          <pc:chgData name="mike.baradaran@qa.com" userId="43fbaa8542b3ec4c" providerId="LiveId" clId="{D73FA3CC-CF42-4547-8DAE-D0AF99A03969}" dt="2022-03-28T22:05:08.843" v="8783" actId="47"/>
          <pc:sldLayoutMkLst>
            <pc:docMk/>
            <pc:sldMasterMk cId="300464794" sldId="2147483648"/>
            <pc:sldLayoutMk cId="208328003" sldId="2147483906"/>
          </pc:sldLayoutMkLst>
        </pc:sldLayoutChg>
        <pc:sldLayoutChg chg="del">
          <pc:chgData name="mike.baradaran@qa.com" userId="43fbaa8542b3ec4c" providerId="LiveId" clId="{D73FA3CC-CF42-4547-8DAE-D0AF99A03969}" dt="2022-03-28T22:03:45.198" v="8764" actId="2696"/>
          <pc:sldLayoutMkLst>
            <pc:docMk/>
            <pc:sldMasterMk cId="300464794" sldId="2147483648"/>
            <pc:sldLayoutMk cId="3982188187" sldId="2147483906"/>
          </pc:sldLayoutMkLst>
        </pc:sldLayoutChg>
      </pc:sldMasterChg>
    </pc:docChg>
  </pc:docChgLst>
  <pc:docChgLst>
    <pc:chgData name="mike.baradaran@qa.com" userId="43fbaa8542b3ec4c" providerId="LiveId" clId="{AB1A36FE-5F28-46B1-98EF-20464ADC7BB4}"/>
    <pc:docChg chg="delSld modSld modSection">
      <pc:chgData name="mike.baradaran@qa.com" userId="43fbaa8542b3ec4c" providerId="LiveId" clId="{AB1A36FE-5F28-46B1-98EF-20464ADC7BB4}" dt="2022-03-24T10:40:58.205" v="11" actId="11529"/>
      <pc:docMkLst>
        <pc:docMk/>
      </pc:docMkLst>
      <pc:sldChg chg="del">
        <pc:chgData name="mike.baradaran@qa.com" userId="43fbaa8542b3ec4c" providerId="LiveId" clId="{AB1A36FE-5F28-46B1-98EF-20464ADC7BB4}" dt="2022-03-20T18:33:59.544" v="0" actId="47"/>
        <pc:sldMkLst>
          <pc:docMk/>
          <pc:sldMk cId="1878416799" sldId="853"/>
        </pc:sldMkLst>
      </pc:sldChg>
      <pc:sldChg chg="modSp mod">
        <pc:chgData name="mike.baradaran@qa.com" userId="43fbaa8542b3ec4c" providerId="LiveId" clId="{AB1A36FE-5F28-46B1-98EF-20464ADC7BB4}" dt="2022-03-24T10:39:55.189" v="10" actId="20577"/>
        <pc:sldMkLst>
          <pc:docMk/>
          <pc:sldMk cId="1325867445" sldId="855"/>
        </pc:sldMkLst>
        <pc:spChg chg="mod">
          <ac:chgData name="mike.baradaran@qa.com" userId="43fbaa8542b3ec4c" providerId="LiveId" clId="{AB1A36FE-5F28-46B1-98EF-20464ADC7BB4}" dt="2022-03-24T10:39:55.189" v="10" actId="20577"/>
          <ac:spMkLst>
            <pc:docMk/>
            <pc:sldMk cId="1325867445" sldId="855"/>
            <ac:spMk id="4" creationId="{B6F948DE-9BA4-4416-B213-36446EDA8F67}"/>
          </ac:spMkLst>
        </pc:spChg>
      </pc:sldChg>
      <pc:sldChg chg="addSp modSp">
        <pc:chgData name="mike.baradaran@qa.com" userId="43fbaa8542b3ec4c" providerId="LiveId" clId="{AB1A36FE-5F28-46B1-98EF-20464ADC7BB4}" dt="2022-03-24T10:40:58.205" v="11" actId="11529"/>
        <pc:sldMkLst>
          <pc:docMk/>
          <pc:sldMk cId="4085023095" sldId="899"/>
        </pc:sldMkLst>
        <pc:spChg chg="add mod">
          <ac:chgData name="mike.baradaran@qa.com" userId="43fbaa8542b3ec4c" providerId="LiveId" clId="{AB1A36FE-5F28-46B1-98EF-20464ADC7BB4}" dt="2022-03-24T10:40:58.205" v="11" actId="11529"/>
          <ac:spMkLst>
            <pc:docMk/>
            <pc:sldMk cId="4085023095" sldId="899"/>
            <ac:spMk id="2" creationId="{7CBE6A03-1AF2-4A10-9FCC-4EE266FC8D1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964" y="1"/>
            <a:ext cx="2879725" cy="4905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D088FE-3E68-47FE-8BA4-634CD34BABBC}" type="datetimeFigureOut">
              <a:rPr lang="en-GB" smtClean="0"/>
              <a:t>15/03/2023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964" y="9285289"/>
            <a:ext cx="2879725" cy="4905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B31C5D-0DE0-4486-9782-41885BE5816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3082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3-03-15T10:10:16.0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2681 12965 0,'18'0'62,"-1"0"-46,1 0-16,53-18 16,-54 18-16,1 0 15,141-35 1,-142 35-16,71 0 15,-70 0-15,0 0 0,-1 0 0,1 0 16,141 0 0,-142 0-16,1 0 0,0 0 0,-1 0 15,71 0 1,-70 0-16,0 0 0,-1 0 16,36 0-1,-35 0-15,0 0 16,-1 0-16,1 0 0,0 0 15,-1 0-15,1 0 0,-1 0 16,54 0 0,-53 0-16,52 0 31,-52 17-31,17-17 16,-17 0-16,-1 0 15,1 0-15,0 0 16,-1 0-16,1 0 15,35 0 1,-35 0 0,-1 0 77,18 18-61</inkml:trace>
  <inkml:trace contextRef="#ctx0" brushRef="#br0" timeOffset="990.79">4798 12965 0,'17'0'62,"54"-18"-46,-53 18-16,-1 0 0,1 0 0,0 0 15,-1 0-15,1 0 0,-1-18 0,1 18 16,141 0 0,-142 0-16,1 0 0,0 0 0,-1 0 0,1 0 15,0 0-15,-1 0 0,1 0 0,0 0 0,-1 0 0,1 0 16,0 0-16,-1 0 0,1 0 0,-1 0 0,1 0 16,88 0-1,-88 0-15,-1 0 0,1 0 0,-1 0 16,54 0-1,-53 0-15,-1 0 0,1 0 0,0 0 16,-1 0-16,1 0 0,-1 0 16,1 0-16,0 0 0,-1 0 15,19 0-15,-19 0 16,1 0-16,0 0 0,-1 0 16,18 0-16,-17 0 15,0 0-15,-1 0 0,1 0 16,17 0-16,-17 0 15,0 0-15,-1 0 0,1 0 16,70 0 0,-70 0-1,35 0 1,-36 0 0</inkml:trace>
  <inkml:trace contextRef="#ctx0" brushRef="#br0" timeOffset="2678.31">8255 12876 0,'18'0'47,"-1"0"-31,1 0-1,52 0 1,-52 0 0,106 0-1,-107 0-15,36 0 16,-35 0-16,35 0 15,-36 0-15,1 0 0,0 0 16,35 0 0,-36 0-1,1 0 1,-1 0 0,1 0-1,0 0 1,-1 0-1,1 0-15,0 0 0,-1 0 16,1 0-16,35 0 16,-36 0-16,1 0 0,53 0 31,-54 0-31,1 0 0,0 0 0,70 0 31,-71 0-31,1 0 0,0 0 0,-1 0 16,1 0-16,0 0 0,-1 0 0,1 0 15,0 0-15,-1 0 0,-17 18 16,18-18-16,35 0 16,-36 0-16,19 0 0,-19 0 15,1 0-15,35 0 16,-36 0 0,1 0-16,0 0 15,17 0-15,-17 0 0,-1 0 16,1 0-16,0 0 0,-1 0 15,1 0-15,-1 0 0,1 0 0,0 0 16,70 18 0,-70-18-1,52 17 1,-52-17 0,17 0-1,-17 0-15,-1 0 16,36 0-1,-35 0-15,17 0 16,-17 0-16,52 0 31,-52 0-31,0 0 16,-1 0-16,1 0 16,17 0-1,-17 0-15,0 0 16</inkml:trace>
  <inkml:trace contextRef="#ctx0" brushRef="#br0" timeOffset="42573.8">27411 16281 0,'0'-18'31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19" y="0"/>
            <a:ext cx="2879619" cy="4904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1D6B66C6-1E92-0F4E-A300-9D4ED1F0C23F}" type="datetimeFigureOut">
              <a:rPr lang="en-GB" smtClean="0"/>
              <a:pPr/>
              <a:t>15/03/2023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0788"/>
            <a:ext cx="5867400" cy="3300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7"/>
            <a:ext cx="5316220" cy="384923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19" y="9285339"/>
            <a:ext cx="2879619" cy="4904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548901C6-1DA1-FB44-ABEE-06A0FEB7738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7674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-171450" y="428625"/>
            <a:ext cx="7200900" cy="40513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4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CONTINUED </a:t>
            </a:r>
            <a:fld id="{993982D2-741D-4BC6-8F8E-84F7C8891268}" type="slidenum">
              <a:rPr smtClean="0"/>
              <a:pPr>
                <a:defRPr/>
              </a:pPr>
              <a:t>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0430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 dirty="0"/>
              <a:t>CONTINUED </a:t>
            </a:r>
            <a:fld id="{993982D2-741D-4BC6-8F8E-84F7C8891268}" type="slidenum">
              <a:rPr smtClean="0"/>
              <a:pPr>
                <a:defRPr/>
              </a:pPr>
              <a:t>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1588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8399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9477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6624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8248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82927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9670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123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888439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05614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47550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2476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1563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8278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18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2479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0607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8667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1004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13270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1192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38632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960661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04320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394945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128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9687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34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61044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88" y="7699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91ACF1-2815-4BBE-B2A5-27D4E810855B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4906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1500" y="581025"/>
            <a:ext cx="5715000" cy="3216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CONTINUED </a:t>
            </a:r>
            <a:fld id="{993982D2-741D-4BC6-8F8E-84F7C8891268}" type="slidenum">
              <a:rPr smtClean="0"/>
              <a:pPr>
                <a:defRPr/>
              </a:pPr>
              <a:t>41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8351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&amp;A/what's next">
    <p:bg>
      <p:bgPr>
        <a:solidFill>
          <a:srgbClr val="EDCD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35880" y="0"/>
            <a:ext cx="705612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22128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5020" y="0"/>
            <a:ext cx="631698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986434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on Tips">
    <p:bg>
      <p:bgPr>
        <a:solidFill>
          <a:srgbClr val="EB6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54240" y="0"/>
            <a:ext cx="4937760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76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1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40" y="15240"/>
            <a:ext cx="5547360" cy="684276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534471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1" y="1914129"/>
            <a:ext cx="359202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noProof="0" dirty="0"/>
              <a:t>CLICK TO EDIT TITLE</a:t>
            </a:r>
            <a:endParaRPr lang="en-GB" noProof="0" dirty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1420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656105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ousekeep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4" y="3433680"/>
            <a:ext cx="5627171" cy="968987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Housekeeping</a:t>
            </a:r>
            <a:endParaRPr lang="en-GB" noProof="0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4784" y="4894524"/>
            <a:ext cx="5627171" cy="1186921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 typeface="Arial" panose="020B0604020202020204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</p:spTree>
    <p:extLst>
      <p:ext uri="{BB962C8B-B14F-4D97-AF65-F5344CB8AC3E}">
        <p14:creationId xmlns:p14="http://schemas.microsoft.com/office/powerpoint/2010/main" val="427687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et &amp; Greet 1">
    <p:bg>
      <p:bgPr>
        <a:solidFill>
          <a:srgbClr val="38E2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8881" y="-11575"/>
            <a:ext cx="8079261" cy="68753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4785" y="1706477"/>
            <a:ext cx="5002556" cy="808123"/>
          </a:xfrm>
        </p:spPr>
        <p:txBody>
          <a:bodyPr anchor="t" anchorCtr="0">
            <a:noAutofit/>
          </a:bodyPr>
          <a:lstStyle>
            <a:lvl1pPr algn="l">
              <a:lnSpc>
                <a:spcPts val="6000"/>
              </a:lnSpc>
              <a:defRPr sz="360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Meet &amp; Greet</a:t>
            </a:r>
            <a:endParaRPr lang="en-GB" noProof="0" dirty="0"/>
          </a:p>
        </p:txBody>
      </p:sp>
      <p:sp>
        <p:nvSpPr>
          <p:cNvPr id="1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2915404"/>
            <a:ext cx="4278655" cy="34015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4045959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3 Section 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27" name="Group 26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  <a:solidFill>
            <a:srgbClr val="004050"/>
          </a:solidFill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2229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002921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verview or quotes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4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 sz="2000"/>
            </a:lvl4pPr>
            <a:lvl5pPr marL="180000" indent="-1800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F3D0604-3EEB-7547-A86F-8B3EFC40A3EC}"/>
              </a:ext>
            </a:extLst>
          </p:cNvPr>
          <p:cNvSpPr/>
          <p:nvPr userDrawn="1"/>
        </p:nvSpPr>
        <p:spPr>
          <a:xfrm>
            <a:off x="384784" y="4504759"/>
            <a:ext cx="4321328" cy="1964632"/>
          </a:xfrm>
          <a:custGeom>
            <a:avLst/>
            <a:gdLst>
              <a:gd name="connsiteX0" fmla="*/ 1010833 w 1009650"/>
              <a:gd name="connsiteY0" fmla="*/ 229067 h 457200"/>
              <a:gd name="connsiteX1" fmla="*/ 972733 w 1009650"/>
              <a:gd name="connsiteY1" fmla="*/ 246593 h 457200"/>
              <a:gd name="connsiteX2" fmla="*/ 768072 w 1009650"/>
              <a:gd name="connsiteY2" fmla="*/ 348701 h 457200"/>
              <a:gd name="connsiteX3" fmla="*/ 658853 w 1009650"/>
              <a:gd name="connsiteY3" fmla="*/ 435887 h 457200"/>
              <a:gd name="connsiteX4" fmla="*/ 625770 w 1009650"/>
              <a:gd name="connsiteY4" fmla="*/ 457159 h 457200"/>
              <a:gd name="connsiteX5" fmla="*/ 594020 w 1009650"/>
              <a:gd name="connsiteY5" fmla="*/ 447126 h 457200"/>
              <a:gd name="connsiteX6" fmla="*/ 591352 w 1009650"/>
              <a:gd name="connsiteY6" fmla="*/ 428076 h 457200"/>
              <a:gd name="connsiteX7" fmla="*/ 620117 w 1009650"/>
              <a:gd name="connsiteY7" fmla="*/ 377721 h 457200"/>
              <a:gd name="connsiteX8" fmla="*/ 677966 w 1009650"/>
              <a:gd name="connsiteY8" fmla="*/ 290281 h 457200"/>
              <a:gd name="connsiteX9" fmla="*/ 688507 w 1009650"/>
              <a:gd name="connsiteY9" fmla="*/ 269136 h 457200"/>
              <a:gd name="connsiteX10" fmla="*/ 674410 w 1009650"/>
              <a:gd name="connsiteY10" fmla="*/ 241704 h 457200"/>
              <a:gd name="connsiteX11" fmla="*/ 636310 w 1009650"/>
              <a:gd name="connsiteY11" fmla="*/ 240307 h 457200"/>
              <a:gd name="connsiteX12" fmla="*/ 469495 w 1009650"/>
              <a:gd name="connsiteY12" fmla="*/ 274597 h 457200"/>
              <a:gd name="connsiteX13" fmla="*/ 356846 w 1009650"/>
              <a:gd name="connsiteY13" fmla="*/ 325905 h 457200"/>
              <a:gd name="connsiteX14" fmla="*/ 235752 w 1009650"/>
              <a:gd name="connsiteY14" fmla="*/ 378864 h 457200"/>
              <a:gd name="connsiteX15" fmla="*/ 118468 w 1009650"/>
              <a:gd name="connsiteY15" fmla="*/ 386611 h 457200"/>
              <a:gd name="connsiteX16" fmla="*/ 4168 w 1009650"/>
              <a:gd name="connsiteY16" fmla="*/ 268882 h 457200"/>
              <a:gd name="connsiteX17" fmla="*/ 25186 w 1009650"/>
              <a:gd name="connsiteY17" fmla="*/ 136802 h 457200"/>
              <a:gd name="connsiteX18" fmla="*/ 149075 w 1009650"/>
              <a:gd name="connsiteY18" fmla="*/ 68476 h 457200"/>
              <a:gd name="connsiteX19" fmla="*/ 296649 w 1009650"/>
              <a:gd name="connsiteY19" fmla="*/ 103464 h 457200"/>
              <a:gd name="connsiteX20" fmla="*/ 415076 w 1009650"/>
              <a:gd name="connsiteY20" fmla="*/ 161059 h 457200"/>
              <a:gd name="connsiteX21" fmla="*/ 572429 w 1009650"/>
              <a:gd name="connsiteY21" fmla="*/ 209255 h 457200"/>
              <a:gd name="connsiteX22" fmla="*/ 649836 w 1009650"/>
              <a:gd name="connsiteY22" fmla="*/ 219161 h 457200"/>
              <a:gd name="connsiteX23" fmla="*/ 675236 w 1009650"/>
              <a:gd name="connsiteY23" fmla="*/ 216812 h 457200"/>
              <a:gd name="connsiteX24" fmla="*/ 690125 w 1009650"/>
              <a:gd name="connsiteY24" fmla="*/ 195995 h 457200"/>
              <a:gd name="connsiteX25" fmla="*/ 688317 w 1009650"/>
              <a:gd name="connsiteY25" fmla="*/ 190586 h 457200"/>
              <a:gd name="connsiteX26" fmla="*/ 667934 w 1009650"/>
              <a:gd name="connsiteY26" fmla="*/ 151343 h 457200"/>
              <a:gd name="connsiteX27" fmla="*/ 603036 w 1009650"/>
              <a:gd name="connsiteY27" fmla="*/ 53871 h 457200"/>
              <a:gd name="connsiteX28" fmla="*/ 591098 w 1009650"/>
              <a:gd name="connsiteY28" fmla="*/ 30820 h 457200"/>
              <a:gd name="connsiteX29" fmla="*/ 608179 w 1009650"/>
              <a:gd name="connsiteY29" fmla="*/ 848 h 457200"/>
              <a:gd name="connsiteX30" fmla="*/ 649200 w 1009650"/>
              <a:gd name="connsiteY30" fmla="*/ 12977 h 457200"/>
              <a:gd name="connsiteX31" fmla="*/ 701905 w 1009650"/>
              <a:gd name="connsiteY31" fmla="*/ 60856 h 457200"/>
              <a:gd name="connsiteX32" fmla="*/ 813474 w 1009650"/>
              <a:gd name="connsiteY32" fmla="*/ 134389 h 457200"/>
              <a:gd name="connsiteX33" fmla="*/ 1006642 w 1009650"/>
              <a:gd name="connsiteY33" fmla="*/ 226972 h 457200"/>
              <a:gd name="connsiteX34" fmla="*/ 1010833 w 1009650"/>
              <a:gd name="connsiteY34" fmla="*/ 229067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457200">
                <a:moveTo>
                  <a:pt x="1010833" y="229067"/>
                </a:moveTo>
                <a:cubicBezTo>
                  <a:pt x="997434" y="235417"/>
                  <a:pt x="984925" y="240815"/>
                  <a:pt x="972733" y="246593"/>
                </a:cubicBezTo>
                <a:cubicBezTo>
                  <a:pt x="903581" y="278724"/>
                  <a:pt x="833668" y="309522"/>
                  <a:pt x="768072" y="348701"/>
                </a:cubicBezTo>
                <a:cubicBezTo>
                  <a:pt x="728311" y="373291"/>
                  <a:pt x="691642" y="402562"/>
                  <a:pt x="658853" y="435887"/>
                </a:cubicBezTo>
                <a:cubicBezTo>
                  <a:pt x="650022" y="445921"/>
                  <a:pt x="638563" y="453288"/>
                  <a:pt x="625770" y="457159"/>
                </a:cubicBezTo>
                <a:cubicBezTo>
                  <a:pt x="614145" y="459928"/>
                  <a:pt x="601942" y="456072"/>
                  <a:pt x="594020" y="447126"/>
                </a:cubicBezTo>
                <a:cubicBezTo>
                  <a:pt x="588841" y="442152"/>
                  <a:pt x="587739" y="434281"/>
                  <a:pt x="591352" y="428076"/>
                </a:cubicBezTo>
                <a:cubicBezTo>
                  <a:pt x="600559" y="411122"/>
                  <a:pt x="609703" y="393977"/>
                  <a:pt x="620117" y="377721"/>
                </a:cubicBezTo>
                <a:cubicBezTo>
                  <a:pt x="639167" y="348320"/>
                  <a:pt x="658853" y="319555"/>
                  <a:pt x="677966" y="290281"/>
                </a:cubicBezTo>
                <a:cubicBezTo>
                  <a:pt x="682182" y="283605"/>
                  <a:pt x="685714" y="276521"/>
                  <a:pt x="688507" y="269136"/>
                </a:cubicBezTo>
                <a:cubicBezTo>
                  <a:pt x="693714" y="255801"/>
                  <a:pt x="688507" y="244244"/>
                  <a:pt x="674410" y="241704"/>
                </a:cubicBezTo>
                <a:cubicBezTo>
                  <a:pt x="661836" y="239482"/>
                  <a:pt x="649014" y="239012"/>
                  <a:pt x="636310" y="240307"/>
                </a:cubicBezTo>
                <a:cubicBezTo>
                  <a:pt x="579541" y="245958"/>
                  <a:pt x="523090" y="254975"/>
                  <a:pt x="469495" y="274597"/>
                </a:cubicBezTo>
                <a:cubicBezTo>
                  <a:pt x="431081" y="289732"/>
                  <a:pt x="393480" y="306858"/>
                  <a:pt x="356846" y="325905"/>
                </a:cubicBezTo>
                <a:cubicBezTo>
                  <a:pt x="317159" y="344955"/>
                  <a:pt x="278233" y="366227"/>
                  <a:pt x="235752" y="378864"/>
                </a:cubicBezTo>
                <a:cubicBezTo>
                  <a:pt x="197915" y="391187"/>
                  <a:pt x="157597" y="393850"/>
                  <a:pt x="118468" y="386611"/>
                </a:cubicBezTo>
                <a:cubicBezTo>
                  <a:pt x="60224" y="373808"/>
                  <a:pt x="15244" y="327478"/>
                  <a:pt x="4168" y="268882"/>
                </a:cubicBezTo>
                <a:cubicBezTo>
                  <a:pt x="-4405" y="222463"/>
                  <a:pt x="-849" y="177505"/>
                  <a:pt x="25186" y="136802"/>
                </a:cubicBezTo>
                <a:cubicBezTo>
                  <a:pt x="53888" y="91971"/>
                  <a:pt x="95925" y="69746"/>
                  <a:pt x="149075" y="68476"/>
                </a:cubicBezTo>
                <a:cubicBezTo>
                  <a:pt x="202224" y="67206"/>
                  <a:pt x="249976" y="81557"/>
                  <a:pt x="296649" y="103464"/>
                </a:cubicBezTo>
                <a:cubicBezTo>
                  <a:pt x="336400" y="122133"/>
                  <a:pt x="375875" y="141331"/>
                  <a:pt x="415076" y="161059"/>
                </a:cubicBezTo>
                <a:cubicBezTo>
                  <a:pt x="464691" y="185237"/>
                  <a:pt x="517785" y="201499"/>
                  <a:pt x="572429" y="209255"/>
                </a:cubicBezTo>
                <a:cubicBezTo>
                  <a:pt x="598126" y="213234"/>
                  <a:pt x="623928" y="216536"/>
                  <a:pt x="649836" y="219161"/>
                </a:cubicBezTo>
                <a:cubicBezTo>
                  <a:pt x="658375" y="219866"/>
                  <a:pt x="666971" y="219071"/>
                  <a:pt x="675236" y="216812"/>
                </a:cubicBezTo>
                <a:cubicBezTo>
                  <a:pt x="685095" y="215175"/>
                  <a:pt x="691762" y="205855"/>
                  <a:pt x="690125" y="195995"/>
                </a:cubicBezTo>
                <a:cubicBezTo>
                  <a:pt x="689812" y="194108"/>
                  <a:pt x="689201" y="192282"/>
                  <a:pt x="688317" y="190586"/>
                </a:cubicBezTo>
                <a:cubicBezTo>
                  <a:pt x="682682" y="176935"/>
                  <a:pt x="675862" y="163803"/>
                  <a:pt x="667934" y="151343"/>
                </a:cubicBezTo>
                <a:cubicBezTo>
                  <a:pt x="646724" y="118577"/>
                  <a:pt x="624499" y="86446"/>
                  <a:pt x="603036" y="53871"/>
                </a:cubicBezTo>
                <a:cubicBezTo>
                  <a:pt x="598297" y="46605"/>
                  <a:pt x="594298" y="38883"/>
                  <a:pt x="591098" y="30820"/>
                </a:cubicBezTo>
                <a:cubicBezTo>
                  <a:pt x="584748" y="15771"/>
                  <a:pt x="592304" y="3833"/>
                  <a:pt x="608179" y="848"/>
                </a:cubicBezTo>
                <a:cubicBezTo>
                  <a:pt x="623012" y="-2026"/>
                  <a:pt x="638315" y="2499"/>
                  <a:pt x="649200" y="12977"/>
                </a:cubicBezTo>
                <a:cubicBezTo>
                  <a:pt x="666917" y="28788"/>
                  <a:pt x="683999" y="45298"/>
                  <a:pt x="701905" y="60856"/>
                </a:cubicBezTo>
                <a:cubicBezTo>
                  <a:pt x="735701" y="90165"/>
                  <a:pt x="773214" y="114889"/>
                  <a:pt x="813474" y="134389"/>
                </a:cubicBezTo>
                <a:cubicBezTo>
                  <a:pt x="877674" y="165631"/>
                  <a:pt x="942253" y="196111"/>
                  <a:pt x="1006642" y="226972"/>
                </a:cubicBezTo>
                <a:cubicBezTo>
                  <a:pt x="1007785" y="227226"/>
                  <a:pt x="1008801" y="227924"/>
                  <a:pt x="1010833" y="229067"/>
                </a:cubicBezTo>
                <a:close/>
              </a:path>
            </a:pathLst>
          </a:custGeom>
          <a:solidFill>
            <a:srgbClr val="09EDB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9EDB8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</p:spTree>
    <p:extLst>
      <p:ext uri="{BB962C8B-B14F-4D97-AF65-F5344CB8AC3E}">
        <p14:creationId xmlns:p14="http://schemas.microsoft.com/office/powerpoint/2010/main" val="3589945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rrow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9" name="Group 18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09EDB8"/>
          </a:solidFill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370358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00EDB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2114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ctivity 1">
    <p:bg>
      <p:bgPr>
        <a:solidFill>
          <a:srgbClr val="0EEE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6887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01 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609" y="0"/>
            <a:ext cx="12192609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3344A4B7-0EC8-AD4A-8611-5B12AB419DC2}"/>
              </a:ext>
            </a:extLst>
          </p:cNvPr>
          <p:cNvSpPr/>
          <p:nvPr userDrawn="1"/>
        </p:nvSpPr>
        <p:spPr>
          <a:xfrm>
            <a:off x="0" y="0"/>
            <a:ext cx="11808125" cy="4657785"/>
          </a:xfrm>
          <a:custGeom>
            <a:avLst/>
            <a:gdLst/>
            <a:ahLst/>
            <a:cxnLst/>
            <a:rect l="l" t="t" r="r" b="b"/>
            <a:pathLst>
              <a:path w="15645765" h="6171565">
                <a:moveTo>
                  <a:pt x="12954792" y="0"/>
                </a:moveTo>
                <a:lnTo>
                  <a:pt x="9989330" y="0"/>
                </a:lnTo>
                <a:lnTo>
                  <a:pt x="11612737" y="1621505"/>
                </a:lnTo>
                <a:lnTo>
                  <a:pt x="11603898" y="1638231"/>
                </a:lnTo>
                <a:lnTo>
                  <a:pt x="0" y="1638231"/>
                </a:lnTo>
                <a:lnTo>
                  <a:pt x="0" y="3701600"/>
                </a:lnTo>
                <a:lnTo>
                  <a:pt x="11623393" y="3701600"/>
                </a:lnTo>
                <a:lnTo>
                  <a:pt x="9157358" y="6164994"/>
                </a:lnTo>
                <a:lnTo>
                  <a:pt x="9229199" y="6169201"/>
                </a:lnTo>
                <a:lnTo>
                  <a:pt x="9246778" y="6169604"/>
                </a:lnTo>
                <a:lnTo>
                  <a:pt x="12044487" y="6171255"/>
                </a:lnTo>
                <a:lnTo>
                  <a:pt x="12085365" y="6167625"/>
                </a:lnTo>
                <a:lnTo>
                  <a:pt x="12120998" y="6156469"/>
                </a:lnTo>
                <a:lnTo>
                  <a:pt x="12153240" y="6137640"/>
                </a:lnTo>
                <a:lnTo>
                  <a:pt x="12183945" y="6110993"/>
                </a:lnTo>
                <a:lnTo>
                  <a:pt x="15546143" y="2748262"/>
                </a:lnTo>
                <a:lnTo>
                  <a:pt x="15566761" y="2730440"/>
                </a:lnTo>
                <a:lnTo>
                  <a:pt x="15590311" y="2713899"/>
                </a:lnTo>
                <a:lnTo>
                  <a:pt x="15616627" y="2696820"/>
                </a:lnTo>
                <a:lnTo>
                  <a:pt x="15645546" y="2677383"/>
                </a:lnTo>
                <a:lnTo>
                  <a:pt x="15617183" y="2654144"/>
                </a:lnTo>
                <a:lnTo>
                  <a:pt x="15594873" y="2636172"/>
                </a:lnTo>
                <a:lnTo>
                  <a:pt x="15577002" y="2621305"/>
                </a:lnTo>
                <a:lnTo>
                  <a:pt x="15561955" y="2607381"/>
                </a:lnTo>
                <a:lnTo>
                  <a:pt x="12954792" y="0"/>
                </a:lnTo>
                <a:close/>
              </a:path>
            </a:pathLst>
          </a:custGeom>
          <a:solidFill>
            <a:srgbClr val="004050"/>
          </a:solidFill>
        </p:spPr>
        <p:txBody>
          <a:bodyPr wrap="square" lIns="0" tIns="0" rIns="0" bIns="0" rtlCol="0"/>
          <a:lstStyle/>
          <a:p>
            <a:endParaRPr sz="1029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779800"/>
            <a:ext cx="5627171" cy="1682133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rgbClr val="004050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05" y="399619"/>
            <a:ext cx="857393" cy="522401"/>
          </a:xfrm>
          <a:prstGeom prst="rect">
            <a:avLst/>
          </a:prstGeom>
        </p:spPr>
      </p:pic>
      <p:sp>
        <p:nvSpPr>
          <p:cNvPr id="7" name="Rectangle 6"/>
          <p:cNvSpPr/>
          <p:nvPr userDrawn="1"/>
        </p:nvSpPr>
        <p:spPr>
          <a:xfrm>
            <a:off x="758190" y="769620"/>
            <a:ext cx="379608" cy="11049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6144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28C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5B5D0DF-4895-DB4F-85D9-C3FFDE55B8C8}"/>
              </a:ext>
            </a:extLst>
          </p:cNvPr>
          <p:cNvSpPr/>
          <p:nvPr userDrawn="1"/>
        </p:nvSpPr>
        <p:spPr>
          <a:xfrm>
            <a:off x="384784" y="4708688"/>
            <a:ext cx="4136901" cy="1728688"/>
          </a:xfrm>
          <a:custGeom>
            <a:avLst/>
            <a:gdLst>
              <a:gd name="connsiteX0" fmla="*/ 1041083 w 1035050"/>
              <a:gd name="connsiteY0" fmla="*/ 232283 h 527050"/>
              <a:gd name="connsiteX1" fmla="*/ 1041083 w 1035050"/>
              <a:gd name="connsiteY1" fmla="*/ 300545 h 527050"/>
              <a:gd name="connsiteX2" fmla="*/ 807403 w 1035050"/>
              <a:gd name="connsiteY2" fmla="*/ 532448 h 527050"/>
              <a:gd name="connsiteX3" fmla="*/ 738569 w 1035050"/>
              <a:gd name="connsiteY3" fmla="*/ 532448 h 527050"/>
              <a:gd name="connsiteX4" fmla="*/ 849249 w 1035050"/>
              <a:gd name="connsiteY4" fmla="*/ 300545 h 527050"/>
              <a:gd name="connsiteX5" fmla="*/ 564071 w 1035050"/>
              <a:gd name="connsiteY5" fmla="*/ 300545 h 527050"/>
              <a:gd name="connsiteX6" fmla="*/ 330454 w 1035050"/>
              <a:gd name="connsiteY6" fmla="*/ 532448 h 527050"/>
              <a:gd name="connsiteX7" fmla="*/ 261430 w 1035050"/>
              <a:gd name="connsiteY7" fmla="*/ 532448 h 527050"/>
              <a:gd name="connsiteX8" fmla="*/ 355854 w 1035050"/>
              <a:gd name="connsiteY8" fmla="*/ 314769 h 527050"/>
              <a:gd name="connsiteX9" fmla="*/ 202819 w 1035050"/>
              <a:gd name="connsiteY9" fmla="*/ 532448 h 527050"/>
              <a:gd name="connsiteX10" fmla="*/ 134049 w 1035050"/>
              <a:gd name="connsiteY10" fmla="*/ 532448 h 527050"/>
              <a:gd name="connsiteX11" fmla="*/ 232220 w 1035050"/>
              <a:gd name="connsiteY11" fmla="*/ 311277 h 527050"/>
              <a:gd name="connsiteX12" fmla="*/ 68771 w 1035050"/>
              <a:gd name="connsiteY12" fmla="*/ 532448 h 527050"/>
              <a:gd name="connsiteX13" fmla="*/ 0 w 1035050"/>
              <a:gd name="connsiteY13" fmla="*/ 532448 h 527050"/>
              <a:gd name="connsiteX14" fmla="*/ 162751 w 1035050"/>
              <a:gd name="connsiteY14" fmla="*/ 266192 h 527050"/>
              <a:gd name="connsiteX15" fmla="*/ 0 w 1035050"/>
              <a:gd name="connsiteY15" fmla="*/ 0 h 527050"/>
              <a:gd name="connsiteX16" fmla="*/ 68771 w 1035050"/>
              <a:gd name="connsiteY16" fmla="*/ 0 h 527050"/>
              <a:gd name="connsiteX17" fmla="*/ 231712 w 1035050"/>
              <a:gd name="connsiteY17" fmla="*/ 221107 h 527050"/>
              <a:gd name="connsiteX18" fmla="*/ 134049 w 1035050"/>
              <a:gd name="connsiteY18" fmla="*/ 381 h 527050"/>
              <a:gd name="connsiteX19" fmla="*/ 202819 w 1035050"/>
              <a:gd name="connsiteY19" fmla="*/ 381 h 527050"/>
              <a:gd name="connsiteX20" fmla="*/ 355918 w 1035050"/>
              <a:gd name="connsiteY20" fmla="*/ 218059 h 527050"/>
              <a:gd name="connsiteX21" fmla="*/ 261430 w 1035050"/>
              <a:gd name="connsiteY21" fmla="*/ 381 h 527050"/>
              <a:gd name="connsiteX22" fmla="*/ 330264 w 1035050"/>
              <a:gd name="connsiteY22" fmla="*/ 381 h 527050"/>
              <a:gd name="connsiteX23" fmla="*/ 564071 w 1035050"/>
              <a:gd name="connsiteY23" fmla="*/ 232283 h 527050"/>
              <a:gd name="connsiteX24" fmla="*/ 849440 w 1035050"/>
              <a:gd name="connsiteY24" fmla="*/ 232283 h 527050"/>
              <a:gd name="connsiteX25" fmla="*/ 738759 w 1035050"/>
              <a:gd name="connsiteY25" fmla="*/ 381 h 527050"/>
              <a:gd name="connsiteX26" fmla="*/ 807593 w 1035050"/>
              <a:gd name="connsiteY26" fmla="*/ 381 h 527050"/>
              <a:gd name="connsiteX27" fmla="*/ 1041083 w 1035050"/>
              <a:gd name="connsiteY27" fmla="*/ 232283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35050" h="527050">
                <a:moveTo>
                  <a:pt x="1041083" y="232283"/>
                </a:moveTo>
                <a:lnTo>
                  <a:pt x="1041083" y="300545"/>
                </a:lnTo>
                <a:cubicBezTo>
                  <a:pt x="912573" y="300194"/>
                  <a:pt x="808032" y="403939"/>
                  <a:pt x="807403" y="532448"/>
                </a:cubicBezTo>
                <a:lnTo>
                  <a:pt x="738569" y="532448"/>
                </a:lnTo>
                <a:cubicBezTo>
                  <a:pt x="738665" y="442426"/>
                  <a:pt x="779322" y="357240"/>
                  <a:pt x="849249" y="300545"/>
                </a:cubicBezTo>
                <a:lnTo>
                  <a:pt x="564071" y="300545"/>
                </a:lnTo>
                <a:cubicBezTo>
                  <a:pt x="435571" y="300194"/>
                  <a:pt x="331049" y="403949"/>
                  <a:pt x="330454" y="532448"/>
                </a:cubicBezTo>
                <a:lnTo>
                  <a:pt x="261430" y="532448"/>
                </a:lnTo>
                <a:cubicBezTo>
                  <a:pt x="261469" y="449957"/>
                  <a:pt x="295649" y="371162"/>
                  <a:pt x="355854" y="314769"/>
                </a:cubicBezTo>
                <a:cubicBezTo>
                  <a:pt x="264255" y="348074"/>
                  <a:pt x="203155" y="434982"/>
                  <a:pt x="202819" y="532448"/>
                </a:cubicBezTo>
                <a:lnTo>
                  <a:pt x="134049" y="532448"/>
                </a:lnTo>
                <a:cubicBezTo>
                  <a:pt x="134077" y="448170"/>
                  <a:pt x="169736" y="367833"/>
                  <a:pt x="232220" y="311277"/>
                </a:cubicBezTo>
                <a:cubicBezTo>
                  <a:pt x="135308" y="341431"/>
                  <a:pt x="69149" y="430954"/>
                  <a:pt x="68771" y="532448"/>
                </a:cubicBezTo>
                <a:lnTo>
                  <a:pt x="0" y="532448"/>
                </a:lnTo>
                <a:cubicBezTo>
                  <a:pt x="242" y="420258"/>
                  <a:pt x="63014" y="317565"/>
                  <a:pt x="162751" y="266192"/>
                </a:cubicBezTo>
                <a:cubicBezTo>
                  <a:pt x="63024" y="214841"/>
                  <a:pt x="251" y="112170"/>
                  <a:pt x="0" y="0"/>
                </a:cubicBezTo>
                <a:lnTo>
                  <a:pt x="68771" y="0"/>
                </a:lnTo>
                <a:cubicBezTo>
                  <a:pt x="69086" y="101339"/>
                  <a:pt x="135011" y="190797"/>
                  <a:pt x="231712" y="221107"/>
                </a:cubicBezTo>
                <a:cubicBezTo>
                  <a:pt x="169531" y="164565"/>
                  <a:pt x="134072" y="84425"/>
                  <a:pt x="134049" y="381"/>
                </a:cubicBezTo>
                <a:lnTo>
                  <a:pt x="202819" y="381"/>
                </a:lnTo>
                <a:cubicBezTo>
                  <a:pt x="203128" y="97875"/>
                  <a:pt x="264269" y="184807"/>
                  <a:pt x="355918" y="218059"/>
                </a:cubicBezTo>
                <a:cubicBezTo>
                  <a:pt x="295689" y="161678"/>
                  <a:pt x="261486" y="82882"/>
                  <a:pt x="261430" y="381"/>
                </a:cubicBezTo>
                <a:lnTo>
                  <a:pt x="330264" y="381"/>
                </a:lnTo>
                <a:cubicBezTo>
                  <a:pt x="330893" y="128940"/>
                  <a:pt x="435511" y="232705"/>
                  <a:pt x="564071" y="232283"/>
                </a:cubicBezTo>
                <a:lnTo>
                  <a:pt x="849440" y="232283"/>
                </a:lnTo>
                <a:cubicBezTo>
                  <a:pt x="779505" y="175595"/>
                  <a:pt x="738847" y="90405"/>
                  <a:pt x="738759" y="381"/>
                </a:cubicBezTo>
                <a:lnTo>
                  <a:pt x="807593" y="381"/>
                </a:lnTo>
                <a:cubicBezTo>
                  <a:pt x="808223" y="128815"/>
                  <a:pt x="912647" y="232530"/>
                  <a:pt x="1041083" y="232283"/>
                </a:cubicBezTo>
                <a:close/>
              </a:path>
            </a:pathLst>
          </a:custGeom>
          <a:solidFill>
            <a:srgbClr val="00405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887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28CFF9"/>
          </a:solidFill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82210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28CFF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725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ctivity 1">
    <p:bg>
      <p:bgPr>
        <a:solidFill>
          <a:srgbClr val="28C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289476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03 Section Divider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760859" y="768561"/>
            <a:ext cx="379608" cy="11049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76239" y="1556247"/>
            <a:ext cx="5810250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TITLE STYLE</a:t>
            </a:r>
            <a:endParaRPr lang="en-GB" noProof="0" dirty="0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2229" y="2361812"/>
            <a:ext cx="11067619" cy="4502135"/>
            <a:chOff x="-2229" y="2361812"/>
            <a:chExt cx="11067619" cy="4502135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513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2235614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998918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8" name="Group 27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solidFill>
              <a:srgbClr val="F3622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416148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F1612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08657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ctivity 1">
    <p:bg>
      <p:bgPr>
        <a:solidFill>
          <a:srgbClr val="F362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accent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rgbClr val="004050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/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1937711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02 Section Divider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A0DD6AED-2202-DD48-A2D6-60CCC5F07320}"/>
              </a:ext>
            </a:extLst>
          </p:cNvPr>
          <p:cNvSpPr/>
          <p:nvPr userDrawn="1"/>
        </p:nvSpPr>
        <p:spPr>
          <a:xfrm>
            <a:off x="-609" y="2116538"/>
            <a:ext cx="11411496" cy="5526322"/>
          </a:xfrm>
          <a:custGeom>
            <a:avLst/>
            <a:gdLst>
              <a:gd name="connsiteX0" fmla="*/ 676275 w 1009650"/>
              <a:gd name="connsiteY0" fmla="*/ 287331 h 488950"/>
              <a:gd name="connsiteX1" fmla="*/ 7684 w 1009650"/>
              <a:gd name="connsiteY1" fmla="*/ 287331 h 488950"/>
              <a:gd name="connsiteX2" fmla="*/ 0 w 1009650"/>
              <a:gd name="connsiteY2" fmla="*/ 279838 h 488950"/>
              <a:gd name="connsiteX3" fmla="*/ 0 w 1009650"/>
              <a:gd name="connsiteY3" fmla="*/ 210877 h 488950"/>
              <a:gd name="connsiteX4" fmla="*/ 6350 w 1009650"/>
              <a:gd name="connsiteY4" fmla="*/ 204527 h 488950"/>
              <a:gd name="connsiteX5" fmla="*/ 666750 w 1009650"/>
              <a:gd name="connsiteY5" fmla="*/ 204527 h 488950"/>
              <a:gd name="connsiteX6" fmla="*/ 676212 w 1009650"/>
              <a:gd name="connsiteY6" fmla="*/ 195002 h 488950"/>
              <a:gd name="connsiteX7" fmla="*/ 676212 w 1009650"/>
              <a:gd name="connsiteY7" fmla="*/ 10852 h 488950"/>
              <a:gd name="connsiteX8" fmla="*/ 681800 w 1009650"/>
              <a:gd name="connsiteY8" fmla="*/ 2661 h 488950"/>
              <a:gd name="connsiteX9" fmla="*/ 684975 w 1009650"/>
              <a:gd name="connsiteY9" fmla="*/ 1137 h 488950"/>
              <a:gd name="connsiteX10" fmla="*/ 690245 w 1009650"/>
              <a:gd name="connsiteY10" fmla="*/ 1835 h 488950"/>
              <a:gd name="connsiteX11" fmla="*/ 729552 w 1009650"/>
              <a:gd name="connsiteY11" fmla="*/ 43428 h 488950"/>
              <a:gd name="connsiteX12" fmla="*/ 770319 w 1009650"/>
              <a:gd name="connsiteY12" fmla="*/ 82036 h 488950"/>
              <a:gd name="connsiteX13" fmla="*/ 827469 w 1009650"/>
              <a:gd name="connsiteY13" fmla="*/ 129788 h 488950"/>
              <a:gd name="connsiteX14" fmla="*/ 873506 w 1009650"/>
              <a:gd name="connsiteY14" fmla="*/ 162681 h 488950"/>
              <a:gd name="connsiteX15" fmla="*/ 907415 w 1009650"/>
              <a:gd name="connsiteY15" fmla="*/ 185350 h 488950"/>
              <a:gd name="connsiteX16" fmla="*/ 935673 w 1009650"/>
              <a:gd name="connsiteY16" fmla="*/ 201670 h 488950"/>
              <a:gd name="connsiteX17" fmla="*/ 967804 w 1009650"/>
              <a:gd name="connsiteY17" fmla="*/ 218942 h 488950"/>
              <a:gd name="connsiteX18" fmla="*/ 997903 w 1009650"/>
              <a:gd name="connsiteY18" fmla="*/ 232848 h 488950"/>
              <a:gd name="connsiteX19" fmla="*/ 1010031 w 1009650"/>
              <a:gd name="connsiteY19" fmla="*/ 238436 h 488950"/>
              <a:gd name="connsiteX20" fmla="*/ 1011428 w 1009650"/>
              <a:gd name="connsiteY20" fmla="*/ 241294 h 488950"/>
              <a:gd name="connsiteX21" fmla="*/ 1011428 w 1009650"/>
              <a:gd name="connsiteY21" fmla="*/ 248914 h 488950"/>
              <a:gd name="connsiteX22" fmla="*/ 1008189 w 1009650"/>
              <a:gd name="connsiteY22" fmla="*/ 253422 h 488950"/>
              <a:gd name="connsiteX23" fmla="*/ 952183 w 1009650"/>
              <a:gd name="connsiteY23" fmla="*/ 281045 h 488950"/>
              <a:gd name="connsiteX24" fmla="*/ 906145 w 1009650"/>
              <a:gd name="connsiteY24" fmla="*/ 306953 h 488950"/>
              <a:gd name="connsiteX25" fmla="*/ 872236 w 1009650"/>
              <a:gd name="connsiteY25" fmla="*/ 329622 h 488950"/>
              <a:gd name="connsiteX26" fmla="*/ 835406 w 1009650"/>
              <a:gd name="connsiteY26" fmla="*/ 355467 h 488950"/>
              <a:gd name="connsiteX27" fmla="*/ 796100 w 1009650"/>
              <a:gd name="connsiteY27" fmla="*/ 386455 h 488950"/>
              <a:gd name="connsiteX28" fmla="*/ 760730 w 1009650"/>
              <a:gd name="connsiteY28" fmla="*/ 416998 h 488950"/>
              <a:gd name="connsiteX29" fmla="*/ 716280 w 1009650"/>
              <a:gd name="connsiteY29" fmla="*/ 460686 h 488950"/>
              <a:gd name="connsiteX30" fmla="*/ 690880 w 1009650"/>
              <a:gd name="connsiteY30" fmla="*/ 488563 h 488950"/>
              <a:gd name="connsiteX31" fmla="*/ 685292 w 1009650"/>
              <a:gd name="connsiteY31" fmla="*/ 489642 h 488950"/>
              <a:gd name="connsiteX32" fmla="*/ 678942 w 1009650"/>
              <a:gd name="connsiteY32" fmla="*/ 486404 h 488950"/>
              <a:gd name="connsiteX33" fmla="*/ 676402 w 1009650"/>
              <a:gd name="connsiteY33" fmla="*/ 480054 h 488950"/>
              <a:gd name="connsiteX34" fmla="*/ 676402 w 1009650"/>
              <a:gd name="connsiteY34" fmla="*/ 378454 h 488950"/>
              <a:gd name="connsiteX35" fmla="*/ 676402 w 1009650"/>
              <a:gd name="connsiteY35" fmla="*/ 287331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09650" h="488950">
                <a:moveTo>
                  <a:pt x="676275" y="287331"/>
                </a:moveTo>
                <a:lnTo>
                  <a:pt x="7684" y="287331"/>
                </a:lnTo>
                <a:cubicBezTo>
                  <a:pt x="0" y="287331"/>
                  <a:pt x="0" y="287331"/>
                  <a:pt x="0" y="279838"/>
                </a:cubicBezTo>
                <a:cubicBezTo>
                  <a:pt x="0" y="256851"/>
                  <a:pt x="0" y="233864"/>
                  <a:pt x="0" y="210877"/>
                </a:cubicBezTo>
                <a:cubicBezTo>
                  <a:pt x="0" y="205543"/>
                  <a:pt x="1524" y="204527"/>
                  <a:pt x="6350" y="204527"/>
                </a:cubicBezTo>
                <a:cubicBezTo>
                  <a:pt x="226483" y="204527"/>
                  <a:pt x="446617" y="204527"/>
                  <a:pt x="666750" y="204527"/>
                </a:cubicBezTo>
                <a:cubicBezTo>
                  <a:pt x="677228" y="204527"/>
                  <a:pt x="676212" y="205988"/>
                  <a:pt x="676212" y="195002"/>
                </a:cubicBezTo>
                <a:cubicBezTo>
                  <a:pt x="676212" y="133661"/>
                  <a:pt x="676212" y="72278"/>
                  <a:pt x="676212" y="10852"/>
                </a:cubicBezTo>
                <a:cubicBezTo>
                  <a:pt x="675743" y="7103"/>
                  <a:pt x="678138" y="3592"/>
                  <a:pt x="681800" y="2661"/>
                </a:cubicBezTo>
                <a:cubicBezTo>
                  <a:pt x="682942" y="2349"/>
                  <a:pt x="684018" y="1833"/>
                  <a:pt x="684975" y="1137"/>
                </a:cubicBezTo>
                <a:cubicBezTo>
                  <a:pt x="687070" y="-451"/>
                  <a:pt x="688150" y="-514"/>
                  <a:pt x="690245" y="1835"/>
                </a:cubicBezTo>
                <a:cubicBezTo>
                  <a:pt x="702945" y="15932"/>
                  <a:pt x="716090" y="29966"/>
                  <a:pt x="729552" y="43428"/>
                </a:cubicBezTo>
                <a:cubicBezTo>
                  <a:pt x="743014" y="56890"/>
                  <a:pt x="756222" y="69780"/>
                  <a:pt x="770319" y="82036"/>
                </a:cubicBezTo>
                <a:cubicBezTo>
                  <a:pt x="789051" y="98419"/>
                  <a:pt x="808419" y="114421"/>
                  <a:pt x="827469" y="129788"/>
                </a:cubicBezTo>
                <a:cubicBezTo>
                  <a:pt x="842328" y="141408"/>
                  <a:pt x="858012" y="151886"/>
                  <a:pt x="873506" y="162681"/>
                </a:cubicBezTo>
                <a:cubicBezTo>
                  <a:pt x="884682" y="170428"/>
                  <a:pt x="895922" y="178111"/>
                  <a:pt x="907415" y="185350"/>
                </a:cubicBezTo>
                <a:cubicBezTo>
                  <a:pt x="916623" y="191192"/>
                  <a:pt x="926148" y="196399"/>
                  <a:pt x="935673" y="201670"/>
                </a:cubicBezTo>
                <a:cubicBezTo>
                  <a:pt x="946277" y="207575"/>
                  <a:pt x="956945" y="213481"/>
                  <a:pt x="967804" y="218942"/>
                </a:cubicBezTo>
                <a:cubicBezTo>
                  <a:pt x="977710" y="223895"/>
                  <a:pt x="987870" y="228213"/>
                  <a:pt x="997903" y="232848"/>
                </a:cubicBezTo>
                <a:cubicBezTo>
                  <a:pt x="1001967" y="234690"/>
                  <a:pt x="1006094" y="236404"/>
                  <a:pt x="1010031" y="238436"/>
                </a:cubicBezTo>
                <a:cubicBezTo>
                  <a:pt x="1010884" y="239145"/>
                  <a:pt x="1011393" y="240185"/>
                  <a:pt x="1011428" y="241294"/>
                </a:cubicBezTo>
                <a:cubicBezTo>
                  <a:pt x="1011811" y="243819"/>
                  <a:pt x="1011811" y="246388"/>
                  <a:pt x="1011428" y="248914"/>
                </a:cubicBezTo>
                <a:cubicBezTo>
                  <a:pt x="1010997" y="250790"/>
                  <a:pt x="1009830" y="252415"/>
                  <a:pt x="1008189" y="253422"/>
                </a:cubicBezTo>
                <a:cubicBezTo>
                  <a:pt x="989584" y="262693"/>
                  <a:pt x="970661" y="271456"/>
                  <a:pt x="952183" y="281045"/>
                </a:cubicBezTo>
                <a:cubicBezTo>
                  <a:pt x="936562" y="289173"/>
                  <a:pt x="921195" y="297872"/>
                  <a:pt x="906145" y="306953"/>
                </a:cubicBezTo>
                <a:cubicBezTo>
                  <a:pt x="894525" y="313938"/>
                  <a:pt x="883412" y="321939"/>
                  <a:pt x="872236" y="329622"/>
                </a:cubicBezTo>
                <a:cubicBezTo>
                  <a:pt x="859854" y="338131"/>
                  <a:pt x="847408" y="346513"/>
                  <a:pt x="835406" y="355467"/>
                </a:cubicBezTo>
                <a:cubicBezTo>
                  <a:pt x="822071" y="365500"/>
                  <a:pt x="808969" y="375829"/>
                  <a:pt x="796100" y="386455"/>
                </a:cubicBezTo>
                <a:cubicBezTo>
                  <a:pt x="784035" y="396297"/>
                  <a:pt x="772097" y="406330"/>
                  <a:pt x="760730" y="416998"/>
                </a:cubicBezTo>
                <a:cubicBezTo>
                  <a:pt x="745554" y="431159"/>
                  <a:pt x="730822" y="445827"/>
                  <a:pt x="716280" y="460686"/>
                </a:cubicBezTo>
                <a:cubicBezTo>
                  <a:pt x="707454" y="469640"/>
                  <a:pt x="699516" y="479419"/>
                  <a:pt x="690880" y="488563"/>
                </a:cubicBezTo>
                <a:cubicBezTo>
                  <a:pt x="689269" y="489731"/>
                  <a:pt x="687223" y="490126"/>
                  <a:pt x="685292" y="489642"/>
                </a:cubicBezTo>
                <a:cubicBezTo>
                  <a:pt x="682920" y="489162"/>
                  <a:pt x="680724" y="488042"/>
                  <a:pt x="678942" y="486404"/>
                </a:cubicBezTo>
                <a:cubicBezTo>
                  <a:pt x="677383" y="484647"/>
                  <a:pt x="676484" y="482402"/>
                  <a:pt x="676402" y="480054"/>
                </a:cubicBezTo>
                <a:cubicBezTo>
                  <a:pt x="676402" y="446208"/>
                  <a:pt x="676402" y="412299"/>
                  <a:pt x="676402" y="378454"/>
                </a:cubicBezTo>
                <a:lnTo>
                  <a:pt x="676402" y="287331"/>
                </a:lnTo>
                <a:close/>
              </a:path>
            </a:pathLst>
          </a:custGeom>
          <a:solidFill>
            <a:srgbClr val="F91258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6238" y="2067007"/>
            <a:ext cx="5627171" cy="2353439"/>
          </a:xfrm>
        </p:spPr>
        <p:txBody>
          <a:bodyPr anchor="b" anchorCtr="0">
            <a:noAutofit/>
          </a:bodyPr>
          <a:lstStyle>
            <a:lvl1pPr algn="l">
              <a:lnSpc>
                <a:spcPts val="6000"/>
              </a:lnSpc>
              <a:defRPr sz="3600" spc="6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9674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7E00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33" name="Group 32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  <a:solidFill>
            <a:srgbClr val="F91258"/>
          </a:solidFill>
        </p:grpSpPr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345788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ext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242034"/>
            <a:ext cx="3694112" cy="2917842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edit slide title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8146" y="579549"/>
            <a:ext cx="5718225" cy="589903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000" b="0"/>
            </a:lvl1pPr>
            <a:lvl2pPr marL="18000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Pct val="125000"/>
              <a:buFont typeface="Arial" panose="020B0604020202020204" pitchFamily="34" charset="0"/>
              <a:buChar char="•"/>
              <a:tabLst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 sz="2000"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2"/>
            <a:r>
              <a:rPr lang="en-GB" dirty="0"/>
              <a:t>Fourth level</a:t>
            </a:r>
          </a:p>
          <a:p>
            <a:pPr lvl="2"/>
            <a:r>
              <a:rPr lang="en-GB" dirty="0"/>
              <a:t>Fifth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-6058" y="3531457"/>
            <a:ext cx="5797612" cy="2365031"/>
            <a:chOff x="-2229" y="2361812"/>
            <a:chExt cx="11067619" cy="4514835"/>
          </a:xfrm>
          <a:solidFill>
            <a:srgbClr val="7E007C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596148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 and Image (half screen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73063" y="1892635"/>
            <a:ext cx="614348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67959" y="0"/>
            <a:ext cx="5224040" cy="6857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5650" y="1147572"/>
            <a:ext cx="512390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D44E23D4-CD16-B448-8F0A-11F5CE4FAB4C}"/>
              </a:ext>
            </a:extLst>
          </p:cNvPr>
          <p:cNvSpPr/>
          <p:nvPr userDrawn="1"/>
        </p:nvSpPr>
        <p:spPr>
          <a:xfrm>
            <a:off x="3229535" y="4488657"/>
            <a:ext cx="3729957" cy="2369343"/>
          </a:xfrm>
          <a:custGeom>
            <a:avLst/>
            <a:gdLst>
              <a:gd name="connsiteX0" fmla="*/ 117151 w 1009650"/>
              <a:gd name="connsiteY0" fmla="*/ 24275 h 641350"/>
              <a:gd name="connsiteX1" fmla="*/ 692 w 1009650"/>
              <a:gd name="connsiteY1" fmla="*/ 235603 h 641350"/>
              <a:gd name="connsiteX2" fmla="*/ 208781 w 1009650"/>
              <a:gd name="connsiteY2" fmla="*/ 429659 h 641350"/>
              <a:gd name="connsiteX3" fmla="*/ 350450 w 1009650"/>
              <a:gd name="connsiteY3" fmla="*/ 429659 h 641350"/>
              <a:gd name="connsiteX4" fmla="*/ 350450 w 1009650"/>
              <a:gd name="connsiteY4" fmla="*/ 641432 h 641350"/>
              <a:gd name="connsiteX5" fmla="*/ 428301 w 1009650"/>
              <a:gd name="connsiteY5" fmla="*/ 641432 h 641350"/>
              <a:gd name="connsiteX6" fmla="*/ 428301 w 1009650"/>
              <a:gd name="connsiteY6" fmla="*/ 430358 h 641350"/>
              <a:gd name="connsiteX7" fmla="*/ 777551 w 1009650"/>
              <a:gd name="connsiteY7" fmla="*/ 430358 h 641350"/>
              <a:gd name="connsiteX8" fmla="*/ 652519 w 1009650"/>
              <a:gd name="connsiteY8" fmla="*/ 640352 h 641350"/>
              <a:gd name="connsiteX9" fmla="*/ 698747 w 1009650"/>
              <a:gd name="connsiteY9" fmla="*/ 640352 h 641350"/>
              <a:gd name="connsiteX10" fmla="*/ 713225 w 1009650"/>
              <a:gd name="connsiteY10" fmla="*/ 633050 h 641350"/>
              <a:gd name="connsiteX11" fmla="*/ 864800 w 1009650"/>
              <a:gd name="connsiteY11" fmla="*/ 484206 h 641350"/>
              <a:gd name="connsiteX12" fmla="*/ 1004881 w 1009650"/>
              <a:gd name="connsiteY12" fmla="*/ 412641 h 641350"/>
              <a:gd name="connsiteX13" fmla="*/ 1011231 w 1009650"/>
              <a:gd name="connsiteY13" fmla="*/ 402608 h 641350"/>
              <a:gd name="connsiteX14" fmla="*/ 1011231 w 1009650"/>
              <a:gd name="connsiteY14" fmla="*/ 379685 h 641350"/>
              <a:gd name="connsiteX15" fmla="*/ 1003547 w 1009650"/>
              <a:gd name="connsiteY15" fmla="*/ 368826 h 641350"/>
              <a:gd name="connsiteX16" fmla="*/ 710241 w 1009650"/>
              <a:gd name="connsiteY16" fmla="*/ 145624 h 641350"/>
              <a:gd name="connsiteX17" fmla="*/ 705224 w 1009650"/>
              <a:gd name="connsiteY17" fmla="*/ 141687 h 641350"/>
              <a:gd name="connsiteX18" fmla="*/ 652138 w 1009650"/>
              <a:gd name="connsiteY18" fmla="*/ 141687 h 641350"/>
              <a:gd name="connsiteX19" fmla="*/ 777487 w 1009650"/>
              <a:gd name="connsiteY19" fmla="*/ 353078 h 641350"/>
              <a:gd name="connsiteX20" fmla="*/ 428237 w 1009650"/>
              <a:gd name="connsiteY20" fmla="*/ 353078 h 641350"/>
              <a:gd name="connsiteX21" fmla="*/ 428237 w 1009650"/>
              <a:gd name="connsiteY21" fmla="*/ 344887 h 641350"/>
              <a:gd name="connsiteX22" fmla="*/ 428237 w 1009650"/>
              <a:gd name="connsiteY22" fmla="*/ 210013 h 641350"/>
              <a:gd name="connsiteX23" fmla="*/ 422776 w 1009650"/>
              <a:gd name="connsiteY23" fmla="*/ 165563 h 641350"/>
              <a:gd name="connsiteX24" fmla="*/ 278060 w 1009650"/>
              <a:gd name="connsiteY24" fmla="*/ 11385 h 641350"/>
              <a:gd name="connsiteX25" fmla="*/ 117151 w 1009650"/>
              <a:gd name="connsiteY25" fmla="*/ 24275 h 641350"/>
              <a:gd name="connsiteX26" fmla="*/ 331654 w 1009650"/>
              <a:gd name="connsiteY26" fmla="*/ 145370 h 641350"/>
              <a:gd name="connsiteX27" fmla="*/ 350704 w 1009650"/>
              <a:gd name="connsiteY27" fmla="*/ 216045 h 641350"/>
              <a:gd name="connsiteX28" fmla="*/ 350704 w 1009650"/>
              <a:gd name="connsiteY28" fmla="*/ 343045 h 641350"/>
              <a:gd name="connsiteX29" fmla="*/ 350704 w 1009650"/>
              <a:gd name="connsiteY29" fmla="*/ 352634 h 641350"/>
              <a:gd name="connsiteX30" fmla="*/ 346513 w 1009650"/>
              <a:gd name="connsiteY30" fmla="*/ 353142 h 641350"/>
              <a:gd name="connsiteX31" fmla="*/ 208591 w 1009650"/>
              <a:gd name="connsiteY31" fmla="*/ 352697 h 641350"/>
              <a:gd name="connsiteX32" fmla="*/ 104069 w 1009650"/>
              <a:gd name="connsiteY32" fmla="*/ 297579 h 641350"/>
              <a:gd name="connsiteX33" fmla="*/ 190493 w 1009650"/>
              <a:gd name="connsiteY33" fmla="*/ 79457 h 641350"/>
              <a:gd name="connsiteX34" fmla="*/ 331654 w 1009650"/>
              <a:gd name="connsiteY34" fmla="*/ 145370 h 641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09650" h="641350">
                <a:moveTo>
                  <a:pt x="117151" y="24275"/>
                </a:moveTo>
                <a:cubicBezTo>
                  <a:pt x="34918" y="69741"/>
                  <a:pt x="-5912" y="140163"/>
                  <a:pt x="692" y="235603"/>
                </a:cubicBezTo>
                <a:cubicBezTo>
                  <a:pt x="7994" y="341013"/>
                  <a:pt x="103117" y="429659"/>
                  <a:pt x="208781" y="429659"/>
                </a:cubicBezTo>
                <a:lnTo>
                  <a:pt x="350450" y="429659"/>
                </a:lnTo>
                <a:lnTo>
                  <a:pt x="350450" y="641432"/>
                </a:lnTo>
                <a:lnTo>
                  <a:pt x="428301" y="641432"/>
                </a:lnTo>
                <a:lnTo>
                  <a:pt x="428301" y="430358"/>
                </a:lnTo>
                <a:lnTo>
                  <a:pt x="777551" y="430358"/>
                </a:lnTo>
                <a:cubicBezTo>
                  <a:pt x="722305" y="492842"/>
                  <a:pt x="679379" y="561231"/>
                  <a:pt x="652519" y="640352"/>
                </a:cubicBezTo>
                <a:cubicBezTo>
                  <a:pt x="668712" y="640352"/>
                  <a:pt x="683761" y="640352"/>
                  <a:pt x="698747" y="640352"/>
                </a:cubicBezTo>
                <a:cubicBezTo>
                  <a:pt x="704581" y="640933"/>
                  <a:pt x="710224" y="638086"/>
                  <a:pt x="713225" y="633050"/>
                </a:cubicBezTo>
                <a:cubicBezTo>
                  <a:pt x="754165" y="574534"/>
                  <a:pt x="805550" y="524075"/>
                  <a:pt x="864800" y="484206"/>
                </a:cubicBezTo>
                <a:cubicBezTo>
                  <a:pt x="908435" y="454786"/>
                  <a:pt x="955471" y="430757"/>
                  <a:pt x="1004881" y="412641"/>
                </a:cubicBezTo>
                <a:cubicBezTo>
                  <a:pt x="1009346" y="411541"/>
                  <a:pt x="1012148" y="407114"/>
                  <a:pt x="1011231" y="402608"/>
                </a:cubicBezTo>
                <a:cubicBezTo>
                  <a:pt x="1010723" y="394975"/>
                  <a:pt x="1010723" y="387317"/>
                  <a:pt x="1011231" y="379685"/>
                </a:cubicBezTo>
                <a:cubicBezTo>
                  <a:pt x="1011802" y="373335"/>
                  <a:pt x="1009135" y="370922"/>
                  <a:pt x="1003547" y="368826"/>
                </a:cubicBezTo>
                <a:cubicBezTo>
                  <a:pt x="883532" y="323741"/>
                  <a:pt x="784154" y="251351"/>
                  <a:pt x="710241" y="145624"/>
                </a:cubicBezTo>
                <a:cubicBezTo>
                  <a:pt x="709034" y="143909"/>
                  <a:pt x="706939" y="141750"/>
                  <a:pt x="705224" y="141687"/>
                </a:cubicBezTo>
                <a:cubicBezTo>
                  <a:pt x="687889" y="141687"/>
                  <a:pt x="670616" y="141687"/>
                  <a:pt x="652138" y="141687"/>
                </a:cubicBezTo>
                <a:cubicBezTo>
                  <a:pt x="678808" y="221506"/>
                  <a:pt x="721988" y="290213"/>
                  <a:pt x="777487" y="353078"/>
                </a:cubicBezTo>
                <a:lnTo>
                  <a:pt x="428237" y="353078"/>
                </a:lnTo>
                <a:lnTo>
                  <a:pt x="428237" y="344887"/>
                </a:lnTo>
                <a:cubicBezTo>
                  <a:pt x="428237" y="299929"/>
                  <a:pt x="428681" y="254971"/>
                  <a:pt x="428237" y="210013"/>
                </a:cubicBezTo>
                <a:cubicBezTo>
                  <a:pt x="428159" y="195034"/>
                  <a:pt x="426326" y="180115"/>
                  <a:pt x="422776" y="165563"/>
                </a:cubicBezTo>
                <a:cubicBezTo>
                  <a:pt x="402392" y="88283"/>
                  <a:pt x="353498" y="36150"/>
                  <a:pt x="278060" y="11385"/>
                </a:cubicBezTo>
                <a:cubicBezTo>
                  <a:pt x="223323" y="-6776"/>
                  <a:pt x="167760" y="-3728"/>
                  <a:pt x="117151" y="24275"/>
                </a:cubicBezTo>
                <a:close/>
                <a:moveTo>
                  <a:pt x="331654" y="145370"/>
                </a:moveTo>
                <a:cubicBezTo>
                  <a:pt x="344472" y="166690"/>
                  <a:pt x="351071" y="191171"/>
                  <a:pt x="350704" y="216045"/>
                </a:cubicBezTo>
                <a:cubicBezTo>
                  <a:pt x="350704" y="258463"/>
                  <a:pt x="350704" y="300818"/>
                  <a:pt x="350704" y="343045"/>
                </a:cubicBezTo>
                <a:lnTo>
                  <a:pt x="350704" y="352634"/>
                </a:lnTo>
                <a:cubicBezTo>
                  <a:pt x="349319" y="352892"/>
                  <a:pt x="347920" y="353061"/>
                  <a:pt x="346513" y="353142"/>
                </a:cubicBezTo>
                <a:cubicBezTo>
                  <a:pt x="300539" y="353142"/>
                  <a:pt x="254564" y="353142"/>
                  <a:pt x="208591" y="352697"/>
                </a:cubicBezTo>
                <a:cubicBezTo>
                  <a:pt x="164649" y="352062"/>
                  <a:pt x="129724" y="332123"/>
                  <a:pt x="104069" y="297579"/>
                </a:cubicBezTo>
                <a:cubicBezTo>
                  <a:pt x="38347" y="209187"/>
                  <a:pt x="96132" y="97173"/>
                  <a:pt x="190493" y="79457"/>
                </a:cubicBezTo>
                <a:cubicBezTo>
                  <a:pt x="246651" y="70112"/>
                  <a:pt x="302766" y="96313"/>
                  <a:pt x="331654" y="145370"/>
                </a:cubicBezTo>
                <a:close/>
              </a:path>
            </a:pathLst>
          </a:custGeom>
          <a:solidFill>
            <a:srgbClr val="7E007C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4640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ctivity 1">
    <p:bg>
      <p:bgPr>
        <a:solidFill>
          <a:srgbClr val="7E0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56887D20-DCD6-8E49-BF31-8F4C2FCCD421}"/>
              </a:ext>
            </a:extLst>
          </p:cNvPr>
          <p:cNvSpPr/>
          <p:nvPr userDrawn="1"/>
        </p:nvSpPr>
        <p:spPr>
          <a:xfrm>
            <a:off x="487005" y="518307"/>
            <a:ext cx="3525956" cy="4061544"/>
          </a:xfrm>
          <a:custGeom>
            <a:avLst/>
            <a:gdLst>
              <a:gd name="connsiteX0" fmla="*/ 1008895 w 1003300"/>
              <a:gd name="connsiteY0" fmla="*/ 731076 h 1155700"/>
              <a:gd name="connsiteX1" fmla="*/ 581921 w 1003300"/>
              <a:gd name="connsiteY1" fmla="*/ 1157986 h 1155700"/>
              <a:gd name="connsiteX2" fmla="*/ 581921 w 1003300"/>
              <a:gd name="connsiteY2" fmla="*/ 932371 h 1155700"/>
              <a:gd name="connsiteX3" fmla="*/ 565728 w 1003300"/>
              <a:gd name="connsiteY3" fmla="*/ 932371 h 1155700"/>
              <a:gd name="connsiteX4" fmla="*/ 485337 w 1003300"/>
              <a:gd name="connsiteY4" fmla="*/ 923163 h 1155700"/>
              <a:gd name="connsiteX5" fmla="*/ 405454 w 1003300"/>
              <a:gd name="connsiteY5" fmla="*/ 877824 h 1155700"/>
              <a:gd name="connsiteX6" fmla="*/ 306585 w 1003300"/>
              <a:gd name="connsiteY6" fmla="*/ 784035 h 1155700"/>
              <a:gd name="connsiteX7" fmla="*/ 114497 w 1003300"/>
              <a:gd name="connsiteY7" fmla="*/ 591312 h 1155700"/>
              <a:gd name="connsiteX8" fmla="*/ 29534 w 1003300"/>
              <a:gd name="connsiteY8" fmla="*/ 484251 h 1155700"/>
              <a:gd name="connsiteX9" fmla="*/ 7500 w 1003300"/>
              <a:gd name="connsiteY9" fmla="*/ 408051 h 1155700"/>
              <a:gd name="connsiteX10" fmla="*/ 452 w 1003300"/>
              <a:gd name="connsiteY10" fmla="*/ 282766 h 1155700"/>
              <a:gd name="connsiteX11" fmla="*/ 452 w 1003300"/>
              <a:gd name="connsiteY11" fmla="*/ 10668 h 1155700"/>
              <a:gd name="connsiteX12" fmla="*/ 452 w 1003300"/>
              <a:gd name="connsiteY12" fmla="*/ 1333 h 1155700"/>
              <a:gd name="connsiteX13" fmla="*/ 201937 w 1003300"/>
              <a:gd name="connsiteY13" fmla="*/ 203200 h 1155700"/>
              <a:gd name="connsiteX14" fmla="*/ 405137 w 1003300"/>
              <a:gd name="connsiteY14" fmla="*/ 0 h 1155700"/>
              <a:gd name="connsiteX15" fmla="*/ 405137 w 1003300"/>
              <a:gd name="connsiteY15" fmla="*/ 527876 h 1155700"/>
              <a:gd name="connsiteX16" fmla="*/ 573221 w 1003300"/>
              <a:gd name="connsiteY16" fmla="*/ 527876 h 1155700"/>
              <a:gd name="connsiteX17" fmla="*/ 581984 w 1003300"/>
              <a:gd name="connsiteY17" fmla="*/ 518732 h 1155700"/>
              <a:gd name="connsiteX18" fmla="*/ 581984 w 1003300"/>
              <a:gd name="connsiteY18" fmla="*/ 303975 h 1155700"/>
              <a:gd name="connsiteX19" fmla="*/ 1008895 w 1003300"/>
              <a:gd name="connsiteY19" fmla="*/ 731076 h 1155700"/>
              <a:gd name="connsiteX20" fmla="*/ 649929 w 1003300"/>
              <a:gd name="connsiteY20" fmla="*/ 864426 h 1155700"/>
              <a:gd name="connsiteX21" fmla="*/ 649929 w 1003300"/>
              <a:gd name="connsiteY21" fmla="*/ 991807 h 1155700"/>
              <a:gd name="connsiteX22" fmla="*/ 911359 w 1003300"/>
              <a:gd name="connsiteY22" fmla="*/ 730568 h 1155700"/>
              <a:gd name="connsiteX23" fmla="*/ 649231 w 1003300"/>
              <a:gd name="connsiteY23" fmla="*/ 468376 h 1155700"/>
              <a:gd name="connsiteX24" fmla="*/ 649231 w 1003300"/>
              <a:gd name="connsiteY24" fmla="*/ 595693 h 1155700"/>
              <a:gd name="connsiteX25" fmla="*/ 216732 w 1003300"/>
              <a:gd name="connsiteY25" fmla="*/ 595693 h 1155700"/>
              <a:gd name="connsiteX26" fmla="*/ 221558 w 1003300"/>
              <a:gd name="connsiteY26" fmla="*/ 601091 h 1155700"/>
              <a:gd name="connsiteX27" fmla="*/ 427870 w 1003300"/>
              <a:gd name="connsiteY27" fmla="*/ 807720 h 1155700"/>
              <a:gd name="connsiteX28" fmla="*/ 542170 w 1003300"/>
              <a:gd name="connsiteY28" fmla="*/ 862457 h 1155700"/>
              <a:gd name="connsiteX29" fmla="*/ 624720 w 1003300"/>
              <a:gd name="connsiteY29" fmla="*/ 864426 h 1155700"/>
              <a:gd name="connsiteX30" fmla="*/ 649929 w 1003300"/>
              <a:gd name="connsiteY30" fmla="*/ 864426 h 1155700"/>
              <a:gd name="connsiteX31" fmla="*/ 68523 w 1003300"/>
              <a:gd name="connsiteY31" fmla="*/ 162941 h 1155700"/>
              <a:gd name="connsiteX32" fmla="*/ 68142 w 1003300"/>
              <a:gd name="connsiteY32" fmla="*/ 168275 h 1155700"/>
              <a:gd name="connsiteX33" fmla="*/ 68460 w 1003300"/>
              <a:gd name="connsiteY33" fmla="*/ 339725 h 1155700"/>
              <a:gd name="connsiteX34" fmla="*/ 75318 w 1003300"/>
              <a:gd name="connsiteY34" fmla="*/ 411162 h 1155700"/>
              <a:gd name="connsiteX35" fmla="*/ 127325 w 1003300"/>
              <a:gd name="connsiteY35" fmla="*/ 494665 h 1155700"/>
              <a:gd name="connsiteX36" fmla="*/ 203207 w 1003300"/>
              <a:gd name="connsiteY36" fmla="*/ 521780 h 1155700"/>
              <a:gd name="connsiteX37" fmla="*/ 333889 w 1003300"/>
              <a:gd name="connsiteY37" fmla="*/ 527558 h 1155700"/>
              <a:gd name="connsiteX38" fmla="*/ 336937 w 1003300"/>
              <a:gd name="connsiteY38" fmla="*/ 526732 h 1155700"/>
              <a:gd name="connsiteX39" fmla="*/ 336938 w 1003300"/>
              <a:gd name="connsiteY39" fmla="*/ 162243 h 1155700"/>
              <a:gd name="connsiteX40" fmla="*/ 202508 w 1003300"/>
              <a:gd name="connsiteY40" fmla="*/ 295021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1003300" h="1155700">
                <a:moveTo>
                  <a:pt x="1008895" y="731076"/>
                </a:moveTo>
                <a:lnTo>
                  <a:pt x="581921" y="1157986"/>
                </a:lnTo>
                <a:lnTo>
                  <a:pt x="581921" y="932371"/>
                </a:lnTo>
                <a:lnTo>
                  <a:pt x="565728" y="932371"/>
                </a:lnTo>
                <a:cubicBezTo>
                  <a:pt x="538636" y="932998"/>
                  <a:pt x="511586" y="929900"/>
                  <a:pt x="485337" y="923163"/>
                </a:cubicBezTo>
                <a:cubicBezTo>
                  <a:pt x="455495" y="914588"/>
                  <a:pt x="428116" y="899048"/>
                  <a:pt x="405454" y="877824"/>
                </a:cubicBezTo>
                <a:cubicBezTo>
                  <a:pt x="371736" y="847407"/>
                  <a:pt x="338843" y="815975"/>
                  <a:pt x="306585" y="784035"/>
                </a:cubicBezTo>
                <a:cubicBezTo>
                  <a:pt x="242111" y="720238"/>
                  <a:pt x="178082" y="655997"/>
                  <a:pt x="114497" y="591312"/>
                </a:cubicBezTo>
                <a:cubicBezTo>
                  <a:pt x="82430" y="558737"/>
                  <a:pt x="52140" y="524510"/>
                  <a:pt x="29534" y="484251"/>
                </a:cubicBezTo>
                <a:cubicBezTo>
                  <a:pt x="16810" y="460725"/>
                  <a:pt x="9295" y="434737"/>
                  <a:pt x="7500" y="408051"/>
                </a:cubicBezTo>
                <a:cubicBezTo>
                  <a:pt x="3944" y="366395"/>
                  <a:pt x="1150" y="324548"/>
                  <a:pt x="452" y="282766"/>
                </a:cubicBezTo>
                <a:cubicBezTo>
                  <a:pt x="-565" y="192087"/>
                  <a:pt x="452" y="101346"/>
                  <a:pt x="452" y="10668"/>
                </a:cubicBezTo>
                <a:lnTo>
                  <a:pt x="452" y="1333"/>
                </a:lnTo>
                <a:cubicBezTo>
                  <a:pt x="67952" y="68961"/>
                  <a:pt x="134817" y="135890"/>
                  <a:pt x="201937" y="203200"/>
                </a:cubicBezTo>
                <a:lnTo>
                  <a:pt x="405137" y="0"/>
                </a:lnTo>
                <a:lnTo>
                  <a:pt x="405137" y="527876"/>
                </a:lnTo>
                <a:cubicBezTo>
                  <a:pt x="408185" y="527876"/>
                  <a:pt x="519818" y="527876"/>
                  <a:pt x="573221" y="527876"/>
                </a:cubicBezTo>
                <a:cubicBezTo>
                  <a:pt x="580524" y="527876"/>
                  <a:pt x="581984" y="525463"/>
                  <a:pt x="581984" y="518732"/>
                </a:cubicBezTo>
                <a:cubicBezTo>
                  <a:pt x="581984" y="449516"/>
                  <a:pt x="581984" y="305435"/>
                  <a:pt x="581984" y="303975"/>
                </a:cubicBezTo>
                <a:cubicBezTo>
                  <a:pt x="580778" y="304292"/>
                  <a:pt x="1010038" y="732028"/>
                  <a:pt x="1008895" y="731076"/>
                </a:cubicBezTo>
                <a:close/>
                <a:moveTo>
                  <a:pt x="649929" y="864426"/>
                </a:moveTo>
                <a:lnTo>
                  <a:pt x="649929" y="991807"/>
                </a:lnTo>
                <a:cubicBezTo>
                  <a:pt x="737601" y="904092"/>
                  <a:pt x="824745" y="817012"/>
                  <a:pt x="911359" y="730568"/>
                </a:cubicBezTo>
                <a:lnTo>
                  <a:pt x="649231" y="468376"/>
                </a:lnTo>
                <a:lnTo>
                  <a:pt x="649231" y="595693"/>
                </a:lnTo>
                <a:lnTo>
                  <a:pt x="216732" y="595693"/>
                </a:lnTo>
                <a:cubicBezTo>
                  <a:pt x="218955" y="598170"/>
                  <a:pt x="220162" y="599757"/>
                  <a:pt x="221558" y="601091"/>
                </a:cubicBezTo>
                <a:cubicBezTo>
                  <a:pt x="290265" y="669967"/>
                  <a:pt x="359036" y="738844"/>
                  <a:pt x="427870" y="807720"/>
                </a:cubicBezTo>
                <a:cubicBezTo>
                  <a:pt x="459620" y="839470"/>
                  <a:pt x="496894" y="859473"/>
                  <a:pt x="542170" y="862457"/>
                </a:cubicBezTo>
                <a:cubicBezTo>
                  <a:pt x="569665" y="864235"/>
                  <a:pt x="597288" y="863854"/>
                  <a:pt x="624720" y="864426"/>
                </a:cubicBezTo>
                <a:cubicBezTo>
                  <a:pt x="632721" y="864553"/>
                  <a:pt x="640404" y="864426"/>
                  <a:pt x="649929" y="864426"/>
                </a:cubicBezTo>
                <a:close/>
                <a:moveTo>
                  <a:pt x="68523" y="162941"/>
                </a:moveTo>
                <a:cubicBezTo>
                  <a:pt x="68523" y="164402"/>
                  <a:pt x="68142" y="166370"/>
                  <a:pt x="68142" y="168275"/>
                </a:cubicBezTo>
                <a:cubicBezTo>
                  <a:pt x="68142" y="225425"/>
                  <a:pt x="67507" y="282575"/>
                  <a:pt x="68460" y="339725"/>
                </a:cubicBezTo>
                <a:cubicBezTo>
                  <a:pt x="68770" y="363686"/>
                  <a:pt x="71064" y="387580"/>
                  <a:pt x="75318" y="411162"/>
                </a:cubicBezTo>
                <a:cubicBezTo>
                  <a:pt x="81668" y="445326"/>
                  <a:pt x="97289" y="474662"/>
                  <a:pt x="127325" y="494665"/>
                </a:cubicBezTo>
                <a:cubicBezTo>
                  <a:pt x="150463" y="508873"/>
                  <a:pt x="176305" y="518107"/>
                  <a:pt x="203207" y="521780"/>
                </a:cubicBezTo>
                <a:cubicBezTo>
                  <a:pt x="246514" y="529273"/>
                  <a:pt x="290265" y="527621"/>
                  <a:pt x="333889" y="527558"/>
                </a:cubicBezTo>
                <a:cubicBezTo>
                  <a:pt x="334936" y="527411"/>
                  <a:pt x="335960" y="527133"/>
                  <a:pt x="336937" y="526732"/>
                </a:cubicBezTo>
                <a:lnTo>
                  <a:pt x="336938" y="162243"/>
                </a:lnTo>
                <a:lnTo>
                  <a:pt x="202508" y="295021"/>
                </a:ln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7302" y="344971"/>
            <a:ext cx="7475232" cy="285887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br>
              <a:rPr lang="en-US" noProof="0" dirty="0"/>
            </a:br>
            <a:br>
              <a:rPr lang="en-US" noProof="0" dirty="0"/>
            </a:br>
            <a:r>
              <a:rPr lang="en-US" noProof="0" dirty="0"/>
              <a:t>ACTIVITY: </a:t>
            </a:r>
            <a:br>
              <a:rPr lang="en-US" noProof="0" dirty="0"/>
            </a:br>
            <a:r>
              <a:rPr lang="en-US" noProof="0" dirty="0"/>
              <a:t>CLICK TO EDIT TITLE</a:t>
            </a:r>
            <a:endParaRPr lang="en-GB" noProof="0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27303" y="3525004"/>
            <a:ext cx="7475230" cy="2791976"/>
          </a:xfrm>
        </p:spPr>
        <p:txBody>
          <a:bodyPr/>
          <a:lstStyle>
            <a:lvl1pPr>
              <a:lnSpc>
                <a:spcPct val="100000"/>
              </a:lnSpc>
              <a:defRPr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instructions</a:t>
            </a:r>
          </a:p>
        </p:txBody>
      </p:sp>
    </p:spTree>
    <p:extLst>
      <p:ext uri="{BB962C8B-B14F-4D97-AF65-F5344CB8AC3E}">
        <p14:creationId xmlns:p14="http://schemas.microsoft.com/office/powerpoint/2010/main" val="3175680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457">
          <p15:clr>
            <a:srgbClr val="FBAE40"/>
          </p15:clr>
        </p15:guide>
        <p15:guide id="3" orient="horz" pos="363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258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39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544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con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059427" y="3673998"/>
            <a:ext cx="212415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0" indent="0">
              <a:buFont typeface="Arial" panose="020B0604020202020204" pitchFamily="34" charset="0"/>
              <a:buNone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3639645" y="3673998"/>
            <a:ext cx="2068065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6149996" y="3673998"/>
            <a:ext cx="2130523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21"/>
          <p:cNvSpPr>
            <a:spLocks noGrp="1"/>
          </p:cNvSpPr>
          <p:nvPr>
            <p:ph type="pic" sz="quarter" idx="18" hasCustomPrompt="1"/>
          </p:nvPr>
        </p:nvSpPr>
        <p:spPr>
          <a:xfrm>
            <a:off x="1059428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8" name="Picture Placeholder 21"/>
          <p:cNvSpPr>
            <a:spLocks noGrp="1"/>
          </p:cNvSpPr>
          <p:nvPr>
            <p:ph type="pic" sz="quarter" idx="19" hasCustomPrompt="1"/>
          </p:nvPr>
        </p:nvSpPr>
        <p:spPr>
          <a:xfrm>
            <a:off x="3639646" y="1986408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9" name="Picture Placeholder 21"/>
          <p:cNvSpPr>
            <a:spLocks noGrp="1"/>
          </p:cNvSpPr>
          <p:nvPr>
            <p:ph type="pic" sz="quarter" idx="20" hasCustomPrompt="1"/>
          </p:nvPr>
        </p:nvSpPr>
        <p:spPr>
          <a:xfrm>
            <a:off x="6149997" y="1993484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8637070" y="3688989"/>
            <a:ext cx="2183449" cy="2749952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18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1" name="Picture Placeholder 21"/>
          <p:cNvSpPr>
            <a:spLocks noGrp="1"/>
          </p:cNvSpPr>
          <p:nvPr>
            <p:ph type="pic" sz="quarter" idx="22" hasCustomPrompt="1"/>
          </p:nvPr>
        </p:nvSpPr>
        <p:spPr>
          <a:xfrm>
            <a:off x="8637071" y="2008475"/>
            <a:ext cx="1437932" cy="143793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icon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8968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1065907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511826" y="1986354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957745" y="1986353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8403664" y="1986352"/>
            <a:ext cx="2153905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195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15467" y="1992793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069809" y="1992792"/>
            <a:ext cx="4646004" cy="437632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lnSpc>
                <a:spcPct val="100000"/>
              </a:lnSpc>
              <a:buFont typeface="Arial" panose="020B0604020202020204" pitchFamily="34" charset="0"/>
              <a:buChar char="•"/>
              <a:defRPr sz="2000" b="0"/>
            </a:lvl2pPr>
            <a:lvl3pPr>
              <a:lnSpc>
                <a:spcPct val="100000"/>
              </a:lnSpc>
              <a:defRPr sz="1800" b="0"/>
            </a:lvl3pPr>
            <a:lvl4pPr>
              <a:lnSpc>
                <a:spcPct val="100000"/>
              </a:lnSpc>
              <a:defRPr sz="1800" b="0"/>
            </a:lvl4pPr>
            <a:lvl5pPr>
              <a:lnSpc>
                <a:spcPct val="100000"/>
              </a:lnSpc>
              <a:defRPr sz="1800" b="0"/>
            </a:lvl5pPr>
          </a:lstStyle>
          <a:p>
            <a:pPr lvl="0"/>
            <a:r>
              <a:rPr lang="en-US" dirty="0"/>
              <a:t>Edit text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  <a:p>
            <a:pPr lvl="1"/>
            <a:r>
              <a:rPr lang="en-US" dirty="0"/>
              <a:t>Fourth level</a:t>
            </a:r>
          </a:p>
          <a:p>
            <a:pPr lvl="1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6117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1080209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 sz="1800"/>
            </a:lvl2pPr>
            <a:lvl3pPr marL="0" indent="0">
              <a:buNone/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80209" y="2003204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49837D3-F6DB-DB49-B987-A2004B0611D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25914" y="2003203"/>
            <a:ext cx="4645958" cy="20721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925868" y="4307356"/>
            <a:ext cx="4646004" cy="2072171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71450" indent="-171450"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en-US" dirty="0"/>
              <a:t>Edit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2594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75715"/>
            <a:ext cx="1089126" cy="8095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791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ope you enjoyed">
    <p:bg>
      <p:bgPr>
        <a:solidFill>
          <a:srgbClr val="09ED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3440" y="0"/>
            <a:ext cx="75285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2311970"/>
            <a:ext cx="3138017" cy="1908338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aseline="0"/>
            </a:lvl1pPr>
          </a:lstStyle>
          <a:p>
            <a:r>
              <a:rPr lang="en-US" noProof="0" dirty="0"/>
              <a:t>THANK YOU</a:t>
            </a:r>
            <a:endParaRPr lang="en-GB" noProof="0" dirty="0"/>
          </a:p>
        </p:txBody>
      </p:sp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1" y="5306004"/>
            <a:ext cx="4269826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b="0" baseline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 dirty="0"/>
              <a:t>Hope you enjoyed this learning journey.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698" y="3508800"/>
            <a:ext cx="7016130" cy="2425241"/>
            <a:chOff x="683" y="3508800"/>
            <a:chExt cx="7016130" cy="2425241"/>
          </a:xfrm>
          <a:solidFill>
            <a:srgbClr val="004050"/>
          </a:solidFill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683" y="3508800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 userDrawn="1"/>
          </p:nvSpPr>
          <p:spPr>
            <a:xfrm>
              <a:off x="5439970" y="3509181"/>
              <a:ext cx="1576843" cy="2417447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683" y="4907035"/>
              <a:ext cx="5938619" cy="102700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566 w 1668566"/>
                <a:gd name="connsiteY0" fmla="*/ 248186 h 248186"/>
                <a:gd name="connsiteX1" fmla="*/ 1 w 1668566"/>
                <a:gd name="connsiteY1" fmla="*/ 248186 h 248186"/>
                <a:gd name="connsiteX2" fmla="*/ 229815 w 1668566"/>
                <a:gd name="connsiteY2" fmla="*/ 194032 h 248186"/>
                <a:gd name="connsiteX3" fmla="*/ 1522580 w 1668566"/>
                <a:gd name="connsiteY3" fmla="*/ 192497 h 248186"/>
                <a:gd name="connsiteX4" fmla="*/ 1375895 w 1668566"/>
                <a:gd name="connsiteY4" fmla="*/ 219 h 248186"/>
                <a:gd name="connsiteX5" fmla="*/ 1433934 w 1668566"/>
                <a:gd name="connsiteY5" fmla="*/ 219 h 248186"/>
                <a:gd name="connsiteX6" fmla="*/ 1454190 w 1668566"/>
                <a:gd name="connsiteY6" fmla="*/ 12347 h 248186"/>
                <a:gd name="connsiteX7" fmla="*/ 1518706 w 1668566"/>
                <a:gd name="connsiteY7" fmla="*/ 105057 h 248186"/>
                <a:gd name="connsiteX8" fmla="*/ 1662725 w 1668566"/>
                <a:gd name="connsiteY8" fmla="*/ 242090 h 248186"/>
                <a:gd name="connsiteX9" fmla="*/ 1667931 w 1668566"/>
                <a:gd name="connsiteY9" fmla="*/ 246535 h 248186"/>
                <a:gd name="connsiteX10" fmla="*/ 1668566 w 1668566"/>
                <a:gd name="connsiteY10" fmla="*/ 248186 h 248186"/>
                <a:gd name="connsiteX0" fmla="*/ 1440017 w 1440017"/>
                <a:gd name="connsiteY0" fmla="*/ 248186 h 248186"/>
                <a:gd name="connsiteX1" fmla="*/ 62 w 1440017"/>
                <a:gd name="connsiteY1" fmla="*/ 248186 h 248186"/>
                <a:gd name="connsiteX2" fmla="*/ 1266 w 1440017"/>
                <a:gd name="connsiteY2" fmla="*/ 194032 h 248186"/>
                <a:gd name="connsiteX3" fmla="*/ 1294031 w 1440017"/>
                <a:gd name="connsiteY3" fmla="*/ 192497 h 248186"/>
                <a:gd name="connsiteX4" fmla="*/ 1147346 w 1440017"/>
                <a:gd name="connsiteY4" fmla="*/ 219 h 248186"/>
                <a:gd name="connsiteX5" fmla="*/ 1205385 w 1440017"/>
                <a:gd name="connsiteY5" fmla="*/ 219 h 248186"/>
                <a:gd name="connsiteX6" fmla="*/ 1225641 w 1440017"/>
                <a:gd name="connsiteY6" fmla="*/ 12347 h 248186"/>
                <a:gd name="connsiteX7" fmla="*/ 1290157 w 1440017"/>
                <a:gd name="connsiteY7" fmla="*/ 105057 h 248186"/>
                <a:gd name="connsiteX8" fmla="*/ 1434176 w 1440017"/>
                <a:gd name="connsiteY8" fmla="*/ 242090 h 248186"/>
                <a:gd name="connsiteX9" fmla="*/ 1439382 w 1440017"/>
                <a:gd name="connsiteY9" fmla="*/ 246535 h 248186"/>
                <a:gd name="connsiteX10" fmla="*/ 1440017 w 1440017"/>
                <a:gd name="connsiteY10" fmla="*/ 248186 h 248186"/>
                <a:gd name="connsiteX0" fmla="*/ 1439987 w 1439987"/>
                <a:gd name="connsiteY0" fmla="*/ 248186 h 248186"/>
                <a:gd name="connsiteX1" fmla="*/ 32 w 1439987"/>
                <a:gd name="connsiteY1" fmla="*/ 248186 h 248186"/>
                <a:gd name="connsiteX2" fmla="*/ 3538 w 1439987"/>
                <a:gd name="connsiteY2" fmla="*/ 192881 h 248186"/>
                <a:gd name="connsiteX3" fmla="*/ 1294001 w 1439987"/>
                <a:gd name="connsiteY3" fmla="*/ 192497 h 248186"/>
                <a:gd name="connsiteX4" fmla="*/ 1147316 w 1439987"/>
                <a:gd name="connsiteY4" fmla="*/ 219 h 248186"/>
                <a:gd name="connsiteX5" fmla="*/ 1205355 w 1439987"/>
                <a:gd name="connsiteY5" fmla="*/ 219 h 248186"/>
                <a:gd name="connsiteX6" fmla="*/ 1225611 w 1439987"/>
                <a:gd name="connsiteY6" fmla="*/ 12347 h 248186"/>
                <a:gd name="connsiteX7" fmla="*/ 1290127 w 1439987"/>
                <a:gd name="connsiteY7" fmla="*/ 105057 h 248186"/>
                <a:gd name="connsiteX8" fmla="*/ 1434146 w 1439987"/>
                <a:gd name="connsiteY8" fmla="*/ 242090 h 248186"/>
                <a:gd name="connsiteX9" fmla="*/ 1439352 w 1439987"/>
                <a:gd name="connsiteY9" fmla="*/ 246535 h 248186"/>
                <a:gd name="connsiteX10" fmla="*/ 1439987 w 1439987"/>
                <a:gd name="connsiteY10" fmla="*/ 248186 h 248186"/>
                <a:gd name="connsiteX0" fmla="*/ 1436625 w 1436625"/>
                <a:gd name="connsiteY0" fmla="*/ 248186 h 248186"/>
                <a:gd name="connsiteX1" fmla="*/ 122 w 1436625"/>
                <a:gd name="connsiteY1" fmla="*/ 248186 h 248186"/>
                <a:gd name="connsiteX2" fmla="*/ 176 w 1436625"/>
                <a:gd name="connsiteY2" fmla="*/ 192881 h 248186"/>
                <a:gd name="connsiteX3" fmla="*/ 1290639 w 1436625"/>
                <a:gd name="connsiteY3" fmla="*/ 192497 h 248186"/>
                <a:gd name="connsiteX4" fmla="*/ 1143954 w 1436625"/>
                <a:gd name="connsiteY4" fmla="*/ 219 h 248186"/>
                <a:gd name="connsiteX5" fmla="*/ 1201993 w 1436625"/>
                <a:gd name="connsiteY5" fmla="*/ 219 h 248186"/>
                <a:gd name="connsiteX6" fmla="*/ 1222249 w 1436625"/>
                <a:gd name="connsiteY6" fmla="*/ 12347 h 248186"/>
                <a:gd name="connsiteX7" fmla="*/ 1286765 w 1436625"/>
                <a:gd name="connsiteY7" fmla="*/ 105057 h 248186"/>
                <a:gd name="connsiteX8" fmla="*/ 1430784 w 1436625"/>
                <a:gd name="connsiteY8" fmla="*/ 242090 h 248186"/>
                <a:gd name="connsiteX9" fmla="*/ 1435990 w 1436625"/>
                <a:gd name="connsiteY9" fmla="*/ 246535 h 248186"/>
                <a:gd name="connsiteX10" fmla="*/ 1436625 w 1436625"/>
                <a:gd name="connsiteY10" fmla="*/ 248186 h 248186"/>
                <a:gd name="connsiteX0" fmla="*/ 1436553 w 1436553"/>
                <a:gd name="connsiteY0" fmla="*/ 248186 h 248186"/>
                <a:gd name="connsiteX1" fmla="*/ 50 w 1436553"/>
                <a:gd name="connsiteY1" fmla="*/ 248186 h 248186"/>
                <a:gd name="connsiteX2" fmla="*/ 1830 w 1436553"/>
                <a:gd name="connsiteY2" fmla="*/ 192881 h 248186"/>
                <a:gd name="connsiteX3" fmla="*/ 1290567 w 1436553"/>
                <a:gd name="connsiteY3" fmla="*/ 192497 h 248186"/>
                <a:gd name="connsiteX4" fmla="*/ 1143882 w 1436553"/>
                <a:gd name="connsiteY4" fmla="*/ 219 h 248186"/>
                <a:gd name="connsiteX5" fmla="*/ 1201921 w 1436553"/>
                <a:gd name="connsiteY5" fmla="*/ 219 h 248186"/>
                <a:gd name="connsiteX6" fmla="*/ 1222177 w 1436553"/>
                <a:gd name="connsiteY6" fmla="*/ 12347 h 248186"/>
                <a:gd name="connsiteX7" fmla="*/ 1286693 w 1436553"/>
                <a:gd name="connsiteY7" fmla="*/ 105057 h 248186"/>
                <a:gd name="connsiteX8" fmla="*/ 1430712 w 1436553"/>
                <a:gd name="connsiteY8" fmla="*/ 242090 h 248186"/>
                <a:gd name="connsiteX9" fmla="*/ 1435918 w 1436553"/>
                <a:gd name="connsiteY9" fmla="*/ 246535 h 248186"/>
                <a:gd name="connsiteX10" fmla="*/ 1436553 w 1436553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  <a:gd name="connsiteX0" fmla="*/ 1434899 w 1434899"/>
                <a:gd name="connsiteY0" fmla="*/ 248186 h 248186"/>
                <a:gd name="connsiteX1" fmla="*/ 122 w 1434899"/>
                <a:gd name="connsiteY1" fmla="*/ 248186 h 248186"/>
                <a:gd name="connsiteX2" fmla="*/ 176 w 1434899"/>
                <a:gd name="connsiteY2" fmla="*/ 192881 h 248186"/>
                <a:gd name="connsiteX3" fmla="*/ 1288913 w 1434899"/>
                <a:gd name="connsiteY3" fmla="*/ 192497 h 248186"/>
                <a:gd name="connsiteX4" fmla="*/ 1142228 w 1434899"/>
                <a:gd name="connsiteY4" fmla="*/ 219 h 248186"/>
                <a:gd name="connsiteX5" fmla="*/ 1200267 w 1434899"/>
                <a:gd name="connsiteY5" fmla="*/ 219 h 248186"/>
                <a:gd name="connsiteX6" fmla="*/ 1220523 w 1434899"/>
                <a:gd name="connsiteY6" fmla="*/ 12347 h 248186"/>
                <a:gd name="connsiteX7" fmla="*/ 1285039 w 1434899"/>
                <a:gd name="connsiteY7" fmla="*/ 105057 h 248186"/>
                <a:gd name="connsiteX8" fmla="*/ 1429058 w 1434899"/>
                <a:gd name="connsiteY8" fmla="*/ 242090 h 248186"/>
                <a:gd name="connsiteX9" fmla="*/ 1434264 w 1434899"/>
                <a:gd name="connsiteY9" fmla="*/ 246535 h 248186"/>
                <a:gd name="connsiteX10" fmla="*/ 1434899 w 1434899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34899" h="248186">
                  <a:moveTo>
                    <a:pt x="1434899" y="248186"/>
                  </a:moveTo>
                  <a:lnTo>
                    <a:pt x="122" y="248186"/>
                  </a:lnTo>
                  <a:cubicBezTo>
                    <a:pt x="-319" y="229623"/>
                    <a:pt x="617" y="211444"/>
                    <a:pt x="176" y="192881"/>
                  </a:cubicBezTo>
                  <a:lnTo>
                    <a:pt x="1288913" y="192497"/>
                  </a:lnTo>
                  <a:cubicBezTo>
                    <a:pt x="1231064" y="134140"/>
                    <a:pt x="1177788" y="74768"/>
                    <a:pt x="1142228" y="219"/>
                  </a:cubicBezTo>
                  <a:cubicBezTo>
                    <a:pt x="1162611" y="219"/>
                    <a:pt x="1181471" y="854"/>
                    <a:pt x="1200267" y="219"/>
                  </a:cubicBezTo>
                  <a:cubicBezTo>
                    <a:pt x="1209059" y="-1141"/>
                    <a:pt x="1217571" y="3956"/>
                    <a:pt x="1220523" y="12347"/>
                  </a:cubicBezTo>
                  <a:cubicBezTo>
                    <a:pt x="1238085" y="45816"/>
                    <a:pt x="1259758" y="76961"/>
                    <a:pt x="1285039" y="105057"/>
                  </a:cubicBezTo>
                  <a:cubicBezTo>
                    <a:pt x="1328667" y="155126"/>
                    <a:pt x="1376883" y="201004"/>
                    <a:pt x="1429058" y="242090"/>
                  </a:cubicBezTo>
                  <a:cubicBezTo>
                    <a:pt x="1430836" y="243551"/>
                    <a:pt x="1432613" y="245011"/>
                    <a:pt x="1434264" y="246535"/>
                  </a:cubicBezTo>
                  <a:cubicBezTo>
                    <a:pt x="1434582" y="246599"/>
                    <a:pt x="1434582" y="247170"/>
                    <a:pt x="1434899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887849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QA Template_2_Pictur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7" hasCustomPrompt="1"/>
          </p:nvPr>
        </p:nvSpPr>
        <p:spPr>
          <a:xfrm>
            <a:off x="-1" y="0"/>
            <a:ext cx="5447921" cy="6858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baseline="0"/>
            </a:lvl1pPr>
          </a:lstStyle>
          <a:p>
            <a:r>
              <a:rPr lang="en-GB" dirty="0"/>
              <a:t>Use images from the photography folder from the Central Repository&gt;image library on CWS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5447921" y="0"/>
            <a:ext cx="6744079" cy="6858000"/>
          </a:xfrm>
          <a:prstGeom prst="rect">
            <a:avLst/>
          </a:prstGeom>
          <a:solidFill>
            <a:schemeClr val="accent1">
              <a:alpha val="9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0" dirty="0">
              <a:solidFill>
                <a:schemeClr val="tx2"/>
              </a:solidFill>
            </a:endParaRPr>
          </a:p>
        </p:txBody>
      </p:sp>
      <p:sp>
        <p:nvSpPr>
          <p:cNvPr id="7" name="Content Placeholder 12"/>
          <p:cNvSpPr>
            <a:spLocks noGrp="1"/>
          </p:cNvSpPr>
          <p:nvPr>
            <p:ph sz="quarter" idx="16"/>
          </p:nvPr>
        </p:nvSpPr>
        <p:spPr>
          <a:xfrm>
            <a:off x="5834270" y="2733260"/>
            <a:ext cx="5963478" cy="3743139"/>
          </a:xfrm>
        </p:spPr>
        <p:txBody>
          <a:bodyPr>
            <a:noAutofit/>
          </a:bodyPr>
          <a:lstStyle>
            <a:lvl1pPr marL="342900" indent="-34290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›"/>
              <a:defRPr b="0" baseline="0">
                <a:solidFill>
                  <a:schemeClr val="bg1"/>
                </a:solidFill>
                <a:latin typeface="+mn-lt"/>
              </a:defRPr>
            </a:lvl1pPr>
            <a:lvl2pPr marL="742950" indent="-28575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›"/>
              <a:defRPr sz="1800" b="0" baseline="0">
                <a:solidFill>
                  <a:schemeClr val="bg1"/>
                </a:solidFill>
                <a:latin typeface="+mn-lt"/>
              </a:defRPr>
            </a:lvl2pPr>
            <a:lvl3pPr marL="1143000" indent="-22860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›"/>
              <a:defRPr sz="1800" b="0" baseline="0">
                <a:solidFill>
                  <a:schemeClr val="bg1"/>
                </a:solidFill>
                <a:latin typeface="+mn-lt"/>
              </a:defRPr>
            </a:lvl3pPr>
            <a:lvl4pPr marL="1600200" indent="-22860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›"/>
              <a:defRPr sz="1800" b="0" baseline="0">
                <a:solidFill>
                  <a:schemeClr val="bg1"/>
                </a:solidFill>
                <a:latin typeface="+mn-lt"/>
              </a:defRPr>
            </a:lvl4pPr>
            <a:lvl5pPr marL="2057400" indent="-228600">
              <a:spcAft>
                <a:spcPts val="800"/>
              </a:spcAft>
              <a:buClr>
                <a:schemeClr val="bg1"/>
              </a:buClr>
              <a:buFont typeface="Arial" panose="020B0604020202020204" pitchFamily="34" charset="0"/>
              <a:buChar char="›"/>
              <a:defRPr sz="1800" b="0" baseline="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8" name="Title Placeholder 3"/>
          <p:cNvSpPr>
            <a:spLocks noGrp="1"/>
          </p:cNvSpPr>
          <p:nvPr>
            <p:ph type="title" hasCustomPrompt="1"/>
          </p:nvPr>
        </p:nvSpPr>
        <p:spPr>
          <a:xfrm>
            <a:off x="5834270" y="1921382"/>
            <a:ext cx="5973417" cy="6264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Course times/ objectives/summary</a:t>
            </a:r>
          </a:p>
        </p:txBody>
      </p:sp>
    </p:spTree>
    <p:extLst>
      <p:ext uri="{BB962C8B-B14F-4D97-AF65-F5344CB8AC3E}">
        <p14:creationId xmlns:p14="http://schemas.microsoft.com/office/powerpoint/2010/main" val="605769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82061" y="383649"/>
            <a:ext cx="11425763" cy="520262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4000" cap="none" baseline="0">
                <a:solidFill>
                  <a:srgbClr val="004050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Click to edit slide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6621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FB68A7-A656-A348-AE42-02B5F30E1E5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39971" y="562058"/>
            <a:ext cx="11517818" cy="8050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23AAC1-38C0-EC41-AF66-7EC76ACCB83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41272" y="1368256"/>
            <a:ext cx="11516239" cy="495535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Edit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8754" y="6584738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 b="1" i="0">
                <a:solidFill>
                  <a:schemeClr val="bg1">
                    <a:lumMod val="50000"/>
                  </a:schemeClr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464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798" r:id="rId4"/>
    <p:sldLayoutId id="2147483806" r:id="rId5"/>
    <p:sldLayoutId id="2147483709" r:id="rId6"/>
    <p:sldLayoutId id="2147483822" r:id="rId7"/>
    <p:sldLayoutId id="2147483802" r:id="rId8"/>
    <p:sldLayoutId id="2147483792" r:id="rId9"/>
    <p:sldLayoutId id="2147483810" r:id="rId10"/>
    <p:sldLayoutId id="2147483804" r:id="rId11"/>
    <p:sldLayoutId id="2147483821" r:id="rId12"/>
    <p:sldLayoutId id="2147483824" r:id="rId13"/>
    <p:sldLayoutId id="2147483828" r:id="rId14"/>
    <p:sldLayoutId id="2147483853" r:id="rId15"/>
    <p:sldLayoutId id="2147483899" r:id="rId16"/>
    <p:sldLayoutId id="2147483832" r:id="rId17"/>
    <p:sldLayoutId id="2147483833" r:id="rId18"/>
    <p:sldLayoutId id="2147483836" r:id="rId19"/>
    <p:sldLayoutId id="2147483852" r:id="rId20"/>
    <p:sldLayoutId id="2147483900" r:id="rId21"/>
    <p:sldLayoutId id="2147483820" r:id="rId22"/>
    <p:sldLayoutId id="2147483842" r:id="rId23"/>
    <p:sldLayoutId id="2147483845" r:id="rId24"/>
    <p:sldLayoutId id="2147483851" r:id="rId25"/>
    <p:sldLayoutId id="2147483901" r:id="rId26"/>
    <p:sldLayoutId id="2147483650" r:id="rId27"/>
    <p:sldLayoutId id="2147483734" r:id="rId28"/>
    <p:sldLayoutId id="2147483796" r:id="rId29"/>
    <p:sldLayoutId id="2147483719" r:id="rId30"/>
    <p:sldLayoutId id="2147483721" r:id="rId31"/>
    <p:sldLayoutId id="2147483724" r:id="rId32"/>
    <p:sldLayoutId id="2147483797" r:id="rId33"/>
    <p:sldLayoutId id="2147483814" r:id="rId34"/>
    <p:sldLayoutId id="2147483904" r:id="rId35"/>
    <p:sldLayoutId id="2147483905" r:id="rId3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none" baseline="0">
          <a:solidFill>
            <a:schemeClr val="tx1"/>
          </a:solidFill>
          <a:latin typeface="Krana Fat B" panose="00000B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15000"/>
        <a:buFontTx/>
        <a:buNone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i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0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355600" indent="-266700" algn="l" defTabSz="914400" rtl="0" eaLnBrk="1" latinLnBrk="0" hangingPunct="1">
        <a:lnSpc>
          <a:spcPct val="100000"/>
        </a:lnSpc>
        <a:spcBef>
          <a:spcPts val="0"/>
        </a:spcBef>
        <a:spcAft>
          <a:spcPts val="650"/>
        </a:spcAft>
        <a:buSzPct val="125000"/>
        <a:buFontTx/>
        <a:buBlip>
          <a:blip r:embed="rId38"/>
        </a:buBlip>
        <a:tabLst/>
        <a:defRPr sz="2000" b="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" userDrawn="1">
          <p15:clr>
            <a:srgbClr val="F26B43"/>
          </p15:clr>
        </p15:guide>
        <p15:guide id="2" orient="horz" pos="4081" userDrawn="1">
          <p15:clr>
            <a:srgbClr val="F26B43"/>
          </p15:clr>
        </p15:guide>
        <p15:guide id="3" pos="237" userDrawn="1">
          <p15:clr>
            <a:srgbClr val="F26B43"/>
          </p15:clr>
        </p15:guide>
        <p15:guide id="4" pos="732" userDrawn="1">
          <p15:clr>
            <a:srgbClr val="F26B43"/>
          </p15:clr>
        </p15:guide>
        <p15:guide id="5" pos="850" userDrawn="1">
          <p15:clr>
            <a:srgbClr val="F26B43"/>
          </p15:clr>
        </p15:guide>
        <p15:guide id="6" pos="1345" userDrawn="1">
          <p15:clr>
            <a:srgbClr val="F26B43"/>
          </p15:clr>
        </p15:guide>
        <p15:guide id="7" pos="1460" userDrawn="1">
          <p15:clr>
            <a:srgbClr val="F26B43"/>
          </p15:clr>
        </p15:guide>
        <p15:guide id="8" pos="1954" userDrawn="1">
          <p15:clr>
            <a:srgbClr val="F26B43"/>
          </p15:clr>
        </p15:guide>
        <p15:guide id="9" pos="2069" userDrawn="1">
          <p15:clr>
            <a:srgbClr val="F26B43"/>
          </p15:clr>
        </p15:guide>
        <p15:guide id="10" pos="2564" userDrawn="1">
          <p15:clr>
            <a:srgbClr val="F26B43"/>
          </p15:clr>
        </p15:guide>
        <p15:guide id="11" pos="2683" userDrawn="1">
          <p15:clr>
            <a:srgbClr val="F26B43"/>
          </p15:clr>
        </p15:guide>
        <p15:guide id="12" pos="3173" userDrawn="1">
          <p15:clr>
            <a:srgbClr val="F26B43"/>
          </p15:clr>
        </p15:guide>
        <p15:guide id="13" pos="3288" userDrawn="1">
          <p15:clr>
            <a:srgbClr val="F26B43"/>
          </p15:clr>
        </p15:guide>
        <p15:guide id="14" pos="3782" userDrawn="1">
          <p15:clr>
            <a:srgbClr val="F26B43"/>
          </p15:clr>
        </p15:guide>
        <p15:guide id="15" pos="3897" userDrawn="1">
          <p15:clr>
            <a:srgbClr val="F26B43"/>
          </p15:clr>
        </p15:guide>
        <p15:guide id="16" pos="4392" userDrawn="1">
          <p15:clr>
            <a:srgbClr val="F26B43"/>
          </p15:clr>
        </p15:guide>
        <p15:guide id="17" pos="4506" userDrawn="1">
          <p15:clr>
            <a:srgbClr val="F26B43"/>
          </p15:clr>
        </p15:guide>
        <p15:guide id="18" pos="5001" userDrawn="1">
          <p15:clr>
            <a:srgbClr val="F26B43"/>
          </p15:clr>
        </p15:guide>
        <p15:guide id="19" pos="5115" userDrawn="1">
          <p15:clr>
            <a:srgbClr val="F26B43"/>
          </p15:clr>
        </p15:guide>
        <p15:guide id="20" pos="5610" userDrawn="1">
          <p15:clr>
            <a:srgbClr val="F26B43"/>
          </p15:clr>
        </p15:guide>
        <p15:guide id="21" pos="5725" userDrawn="1">
          <p15:clr>
            <a:srgbClr val="F26B43"/>
          </p15:clr>
        </p15:guide>
        <p15:guide id="22" pos="6220" userDrawn="1">
          <p15:clr>
            <a:srgbClr val="F26B43"/>
          </p15:clr>
        </p15:guide>
        <p15:guide id="23" pos="6334" userDrawn="1">
          <p15:clr>
            <a:srgbClr val="F26B43"/>
          </p15:clr>
        </p15:guide>
        <p15:guide id="24" pos="6829" userDrawn="1">
          <p15:clr>
            <a:srgbClr val="F26B43"/>
          </p15:clr>
        </p15:guide>
        <p15:guide id="25" pos="6943" userDrawn="1">
          <p15:clr>
            <a:srgbClr val="F26B43"/>
          </p15:clr>
        </p15:guide>
        <p15:guide id="26" pos="7438" userDrawn="1">
          <p15:clr>
            <a:srgbClr val="F26B43"/>
          </p15:clr>
        </p15:guide>
        <p15:guide id="27" pos="3840" userDrawn="1">
          <p15:clr>
            <a:srgbClr val="9FCC3B"/>
          </p15:clr>
        </p15:guide>
        <p15:guide id="28" orient="horz" pos="2160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4" Type="http://schemas.openxmlformats.org/officeDocument/2006/relationships/hyperlink" Target="demo.html?page=page0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page1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2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page2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4" Type="http://schemas.openxmlformats.org/officeDocument/2006/relationships/hyperlink" Target="demo.html?page=page3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inputtingData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5" Type="http://schemas.openxmlformats.org/officeDocument/2006/relationships/hyperlink" Target="demo.html?page=lists.html" TargetMode="Externa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demo.html?page=html5_morelists.html" TargetMode="Externa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6" Type="http://schemas.openxmlformats.org/officeDocument/2006/relationships/hyperlink" Target="demo.html?page=tables.html" TargetMode="Externa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measurment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_selectors.asp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5" Type="http://schemas.openxmlformats.org/officeDocument/2006/relationships/hyperlink" Target="demo.html?page=selectionByAttibute.html" TargetMode="External"/><Relationship Id="rId4" Type="http://schemas.openxmlformats.org/officeDocument/2006/relationships/hyperlink" Target="https://www.w3schools.com/cssref/trysel.asp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selectionbyattibut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Relationship Id="rId4" Type="http://schemas.openxmlformats.org/officeDocument/2006/relationships/hyperlink" Target="demo.html?page=cssByState.html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tryit.asp?filename=trycss_sel_in-rang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Relationship Id="rId4" Type="http://schemas.openxmlformats.org/officeDocument/2006/relationships/hyperlink" Target="https://www.w3schools.com/cssref/tryit.asp?filename=trycss_sel_invalid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enhancingLook.html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7.xml"/><Relationship Id="rId4" Type="http://schemas.openxmlformats.org/officeDocument/2006/relationships/hyperlink" Target="demo.html?page=menus_bullets.html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overflow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Relationship Id="rId5" Type="http://schemas.openxmlformats.org/officeDocument/2006/relationships/hyperlink" Target="demo.html?page=inlineBlock.html" TargetMode="External"/><Relationship Id="rId4" Type="http://schemas.openxmlformats.org/officeDocument/2006/relationships/hyperlink" Target="demo.html?page=positionDemo.html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dynamicDOM.html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demo.html?page=domCreate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demo.html?page=Ball.html" TargetMode="External"/><Relationship Id="rId1" Type="http://schemas.openxmlformats.org/officeDocument/2006/relationships/slideLayout" Target="../slideLayouts/slideLayout3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nodejs.org/en/download/" TargetMode="Externa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385300" y="1914129"/>
            <a:ext cx="4077369" cy="2277604"/>
          </a:xfrm>
        </p:spPr>
        <p:txBody>
          <a:bodyPr/>
          <a:lstStyle/>
          <a:p>
            <a:r>
              <a:rPr lang="en-US" dirty="0"/>
              <a:t>Building Responsive </a:t>
            </a:r>
            <a:br>
              <a:rPr lang="en-US" dirty="0"/>
            </a:br>
            <a:r>
              <a:rPr lang="en-US" dirty="0"/>
              <a:t>Web Applications</a:t>
            </a:r>
          </a:p>
        </p:txBody>
      </p:sp>
    </p:spTree>
    <p:extLst>
      <p:ext uri="{BB962C8B-B14F-4D97-AF65-F5344CB8AC3E}">
        <p14:creationId xmlns:p14="http://schemas.microsoft.com/office/powerpoint/2010/main" val="251758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DC64B43-3F65-44BB-B5D7-98AAB642C2A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3" r="23533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Features of HTML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CSS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JavaScript and jQuery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Ajax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Check</a:t>
            </a:r>
          </a:p>
        </p:txBody>
      </p:sp>
    </p:spTree>
    <p:extLst>
      <p:ext uri="{BB962C8B-B14F-4D97-AF65-F5344CB8AC3E}">
        <p14:creationId xmlns:p14="http://schemas.microsoft.com/office/powerpoint/2010/main" val="451306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HTML5 page  (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H</a:t>
            </a:r>
            <a:r>
              <a:rPr lang="en-GB" sz="2800" dirty="0"/>
              <a:t>ypertext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M</a:t>
            </a:r>
            <a:r>
              <a:rPr lang="en-GB" sz="2800" dirty="0"/>
              <a:t>arkup </a:t>
            </a:r>
            <a:r>
              <a:rPr lang="en-GB" sz="2800" dirty="0">
                <a:solidFill>
                  <a:schemeClr val="accent4">
                    <a:lumMod val="75000"/>
                  </a:schemeClr>
                </a:solidFill>
              </a:rPr>
              <a:t>L</a:t>
            </a:r>
            <a:r>
              <a:rPr lang="en-GB" sz="2800" dirty="0"/>
              <a:t>anguage)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F3F18-9A57-48FB-9F81-38AFD43FABE6}"/>
              </a:ext>
            </a:extLst>
          </p:cNvPr>
          <p:cNvSpPr txBox="1"/>
          <p:nvPr/>
        </p:nvSpPr>
        <p:spPr>
          <a:xfrm>
            <a:off x="665251" y="1482317"/>
            <a:ext cx="9639729" cy="39703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!DOCTYPE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lang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="en"&gt;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charset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="UTF-8"&gt;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meta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="viewport"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content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="width=device-width, initial-scale=1.0"&gt;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Document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8" name="Callout: Line 7">
            <a:extLst>
              <a:ext uri="{FF2B5EF4-FFF2-40B4-BE49-F238E27FC236}">
                <a16:creationId xmlns:a16="http://schemas.microsoft.com/office/drawing/2014/main" id="{994CB837-CB58-487A-9B1A-3AA2AD7D7FFC}"/>
              </a:ext>
            </a:extLst>
          </p:cNvPr>
          <p:cNvSpPr/>
          <p:nvPr/>
        </p:nvSpPr>
        <p:spPr>
          <a:xfrm>
            <a:off x="3456138" y="1383196"/>
            <a:ext cx="4439164" cy="555157"/>
          </a:xfrm>
          <a:prstGeom prst="borderCallout1">
            <a:avLst>
              <a:gd name="adj1" fmla="val 50893"/>
              <a:gd name="adj2" fmla="val -505"/>
              <a:gd name="adj3" fmla="val 50699"/>
              <a:gd name="adj4" fmla="val -16334"/>
            </a:avLst>
          </a:prstGeom>
          <a:solidFill>
            <a:schemeClr val="bg2">
              <a:lumMod val="95000"/>
            </a:schemeClr>
          </a:solidFill>
          <a:ln w="19050"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nformation to the browser to ensure </a:t>
            </a:r>
            <a:r>
              <a:rPr lang="en-GB" sz="1400" b="1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web page is parsed the same way by different web browsers</a:t>
            </a:r>
            <a:endParaRPr lang="en-GB" sz="1400" b="1" dirty="0"/>
          </a:p>
        </p:txBody>
      </p:sp>
      <p:sp>
        <p:nvSpPr>
          <p:cNvPr id="9" name="Callout: Line 8">
            <a:extLst>
              <a:ext uri="{FF2B5EF4-FFF2-40B4-BE49-F238E27FC236}">
                <a16:creationId xmlns:a16="http://schemas.microsoft.com/office/drawing/2014/main" id="{A69AE4D4-41F1-4697-8498-A7586FD1F3CF}"/>
              </a:ext>
            </a:extLst>
          </p:cNvPr>
          <p:cNvSpPr/>
          <p:nvPr/>
        </p:nvSpPr>
        <p:spPr>
          <a:xfrm>
            <a:off x="7897949" y="3334677"/>
            <a:ext cx="3340322" cy="452197"/>
          </a:xfrm>
          <a:prstGeom prst="borderCallout1">
            <a:avLst>
              <a:gd name="adj1" fmla="val 52602"/>
              <a:gd name="adj2" fmla="val 1"/>
              <a:gd name="adj3" fmla="val -60637"/>
              <a:gd name="adj4" fmla="val -9081"/>
            </a:avLst>
          </a:prstGeom>
          <a:solidFill>
            <a:schemeClr val="tx1">
              <a:lumMod val="10000"/>
              <a:lumOff val="90000"/>
            </a:schemeClr>
          </a:solidFill>
          <a:ln w="19050"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Best display for the user’s viewport</a:t>
            </a:r>
            <a:endParaRPr lang="en-GB" sz="1400" dirty="0"/>
          </a:p>
        </p:txBody>
      </p:sp>
      <p:sp>
        <p:nvSpPr>
          <p:cNvPr id="12" name="Callout: Line 11">
            <a:extLst>
              <a:ext uri="{FF2B5EF4-FFF2-40B4-BE49-F238E27FC236}">
                <a16:creationId xmlns:a16="http://schemas.microsoft.com/office/drawing/2014/main" id="{19B05585-8233-452A-B86C-F6073F6B39DA}"/>
              </a:ext>
            </a:extLst>
          </p:cNvPr>
          <p:cNvSpPr/>
          <p:nvPr/>
        </p:nvSpPr>
        <p:spPr>
          <a:xfrm>
            <a:off x="3879150" y="4042986"/>
            <a:ext cx="2747905" cy="371694"/>
          </a:xfrm>
          <a:prstGeom prst="borderCallout1">
            <a:avLst>
              <a:gd name="adj1" fmla="val 50893"/>
              <a:gd name="adj2" fmla="val -505"/>
              <a:gd name="adj3" fmla="val -42128"/>
              <a:gd name="adj4" fmla="val -14300"/>
            </a:avLst>
          </a:prstGeom>
          <a:solidFill>
            <a:schemeClr val="accent5">
              <a:lumMod val="40000"/>
              <a:lumOff val="60000"/>
            </a:schemeClr>
          </a:solidFill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Best in a separate files</a:t>
            </a:r>
            <a:endParaRPr lang="en-GB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28D976-12AB-4347-AC14-305B82A74B11}"/>
              </a:ext>
            </a:extLst>
          </p:cNvPr>
          <p:cNvSpPr txBox="1"/>
          <p:nvPr/>
        </p:nvSpPr>
        <p:spPr>
          <a:xfrm>
            <a:off x="337091" y="5778132"/>
            <a:ext cx="11354900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l"/>
            <a:r>
              <a:rPr lang="en-GB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 older documents (like HTML 4 or XHTML), the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DOCTYPE</a:t>
            </a:r>
            <a:r>
              <a:rPr lang="en-GB" sz="1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 refers to a DTD (Document Type Definition).</a:t>
            </a: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HTML 4.01: 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HTML 4.01 Transitional//EN" "http://www.w3.org/TR/html4/loose.dtd"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XHTML 1.1: 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GB" sz="14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!DOCTYPE</a:t>
            </a:r>
            <a:r>
              <a:rPr lang="en-GB" sz="14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html PUBLIC "-//W3C//DTD XHTML 1.1//EN" "http://www.w3.org/TR/xhtml11/DTD/xhtml11.dtd"</a:t>
            </a:r>
            <a:r>
              <a:rPr lang="en-GB" sz="14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&gt;</a:t>
            </a:r>
            <a:endParaRPr lang="en-GB" sz="14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2B27D-57DB-4C44-B11D-B128F2BF2205}"/>
              </a:ext>
            </a:extLst>
          </p:cNvPr>
          <p:cNvSpPr txBox="1"/>
          <p:nvPr/>
        </p:nvSpPr>
        <p:spPr>
          <a:xfrm>
            <a:off x="1178585" y="3202099"/>
            <a:ext cx="5104228" cy="584775"/>
          </a:xfrm>
          <a:prstGeom prst="rect">
            <a:avLst/>
          </a:prstGeom>
          <a:noFill/>
          <a:ln w="9525">
            <a:solidFill>
              <a:schemeClr val="accent1">
                <a:lumMod val="50000"/>
                <a:lumOff val="50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="qaScript.js"&gt;&lt;/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link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="qaStyle.css"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="stylesheet"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722615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Revision: Tags for displaying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78889"/>
            <a:ext cx="11516239" cy="4955354"/>
          </a:xfrm>
        </p:spPr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Displaying text and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h1,2,3,4,5,6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Container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Breaks and lines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Categ</a:t>
            </a:r>
            <a:r>
              <a:rPr lang="en-GB" sz="1800" b="1" dirty="0">
                <a:latin typeface="Calibri" panose="020F0502020204030204" pitchFamily="34" charset="0"/>
              </a:rPr>
              <a:t>ories (</a:t>
            </a:r>
            <a:r>
              <a:rPr lang="en-GB" sz="1800" b="1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</a:rPr>
              <a:t>see CSS display property</a:t>
            </a:r>
            <a:r>
              <a:rPr lang="en-GB" sz="1800" b="1" dirty="0">
                <a:latin typeface="Calibri" panose="020F0502020204030204" pitchFamily="34" charset="0"/>
              </a:rPr>
              <a:t>)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Block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Inline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Block-inline </a:t>
            </a:r>
            <a:br>
              <a:rPr lang="en-GB" sz="1800" b="1" dirty="0">
                <a:effectLst/>
                <a:latin typeface="Calibri" panose="020F0502020204030204" pitchFamily="34" charset="0"/>
              </a:rPr>
            </a:br>
            <a:endParaRPr lang="en-GB" sz="1800" b="1" dirty="0">
              <a:latin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E24FB9-B73A-4AD7-9638-058CF7068604}"/>
              </a:ext>
            </a:extLst>
          </p:cNvPr>
          <p:cNvSpPr txBox="1"/>
          <p:nvPr/>
        </p:nvSpPr>
        <p:spPr>
          <a:xfrm>
            <a:off x="4980037" y="1583366"/>
            <a:ext cx="2703871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h4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h5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Heading 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h6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span3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span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div2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Paragrap1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Paragrap2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871AF5-ABE0-47E9-8384-286A43110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9330" y="995362"/>
            <a:ext cx="3009900" cy="5476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190DE9D1-FCD5-4A25-94AC-5F93A5186992}"/>
              </a:ext>
            </a:extLst>
          </p:cNvPr>
          <p:cNvSpPr/>
          <p:nvPr/>
        </p:nvSpPr>
        <p:spPr>
          <a:xfrm>
            <a:off x="7688825" y="3274139"/>
            <a:ext cx="452284" cy="452284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hlinkClick r:id="rId4" action="ppaction://hlinkfile"/>
            <a:extLst>
              <a:ext uri="{FF2B5EF4-FFF2-40B4-BE49-F238E27FC236}">
                <a16:creationId xmlns:a16="http://schemas.microsoft.com/office/drawing/2014/main" id="{52D4F9E9-64AF-9204-A620-A366ACBB03BF}"/>
              </a:ext>
            </a:extLst>
          </p:cNvPr>
          <p:cNvSpPr/>
          <p:nvPr/>
        </p:nvSpPr>
        <p:spPr>
          <a:xfrm>
            <a:off x="6439304" y="6280494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32586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Revision: Basic formatting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78889"/>
            <a:ext cx="11516239" cy="4955354"/>
          </a:xfrm>
        </p:spPr>
        <p:txBody>
          <a:bodyPr/>
          <a:lstStyle/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&lt;small&gt;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&lt;strong&gt;</a:t>
            </a: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&lt;</a:t>
            </a:r>
            <a:r>
              <a:rPr lang="en-GB" sz="1800" b="1" dirty="0">
                <a:effectLst/>
                <a:latin typeface="Calibri" panose="020F0502020204030204" pitchFamily="34" charset="0"/>
              </a:rPr>
              <a:t>b&gt;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latin typeface="Calibri" panose="020F0502020204030204" pitchFamily="34" charset="0"/>
              </a:rPr>
              <a:t>&lt;</a:t>
            </a:r>
            <a:r>
              <a:rPr lang="en-GB" sz="1800" b="1" dirty="0" err="1">
                <a:latin typeface="Calibri" panose="020F0502020204030204" pitchFamily="34" charset="0"/>
              </a:rPr>
              <a:t>i</a:t>
            </a:r>
            <a:r>
              <a:rPr lang="en-GB" sz="1800" b="1" dirty="0">
                <a:latin typeface="Calibri" panose="020F0502020204030204" pitchFamily="34" charset="0"/>
              </a:rPr>
              <a:t>&gt;	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effectLst/>
                <a:latin typeface="Calibri" panose="020F0502020204030204" pitchFamily="34" charset="0"/>
              </a:rPr>
              <a:t>&lt;u&gt;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sub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latin typeface="Calibri" panose="020F0502020204030204" pitchFamily="34" charset="0"/>
              </a:rPr>
              <a:t> and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del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ins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 and 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mark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text</a:t>
            </a:r>
          </a:p>
          <a:p>
            <a:pPr lvl="1" indent="0">
              <a:spcAft>
                <a:spcPts val="0"/>
              </a:spcAft>
              <a:buNone/>
            </a:pP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b="1" dirty="0">
              <a:effectLst/>
              <a:latin typeface="Calibri" panose="020F050202020403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BA0E37D-5DB5-4AA0-B2DD-22D2C6F84669}"/>
              </a:ext>
            </a:extLst>
          </p:cNvPr>
          <p:cNvSpPr/>
          <p:nvPr/>
        </p:nvSpPr>
        <p:spPr>
          <a:xfrm>
            <a:off x="2964425" y="3030657"/>
            <a:ext cx="5083277" cy="82590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Water is H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sub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sub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b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if x is 5 then x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sup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25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865618-60D6-477C-9FE2-07536EA79C9C}"/>
              </a:ext>
            </a:extLst>
          </p:cNvPr>
          <p:cNvSpPr/>
          <p:nvPr/>
        </p:nvSpPr>
        <p:spPr>
          <a:xfrm>
            <a:off x="1106129" y="4951382"/>
            <a:ext cx="5579805" cy="105545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101600"/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delete this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del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textThis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text is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insert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here!Mark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my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mark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mark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!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Oval 7">
            <a:hlinkClick r:id="rId3" action="ppaction://hlinkfile"/>
            <a:extLst>
              <a:ext uri="{FF2B5EF4-FFF2-40B4-BE49-F238E27FC236}">
                <a16:creationId xmlns:a16="http://schemas.microsoft.com/office/drawing/2014/main" id="{09E59880-E3C1-8200-934B-87026AEBA526}"/>
              </a:ext>
            </a:extLst>
          </p:cNvPr>
          <p:cNvSpPr/>
          <p:nvPr/>
        </p:nvSpPr>
        <p:spPr>
          <a:xfrm>
            <a:off x="10254227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37D445A-832C-F482-8F36-A2BF44E668EA}"/>
                  </a:ext>
                </a:extLst>
              </p14:cNvPr>
              <p14:cNvContentPartPr/>
              <p14:nvPr/>
            </p14:nvContentPartPr>
            <p14:xfrm>
              <a:off x="965160" y="4635360"/>
              <a:ext cx="8903160" cy="1226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37D445A-832C-F482-8F36-A2BF44E668E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5800" y="4626000"/>
                <a:ext cx="8921880" cy="124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4557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More tags for displaying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2D5040-CDD7-4570-9E84-BAC7B93991EE}"/>
              </a:ext>
            </a:extLst>
          </p:cNvPr>
          <p:cNvSpPr txBox="1"/>
          <p:nvPr/>
        </p:nvSpPr>
        <p:spPr>
          <a:xfrm>
            <a:off x="614972" y="1577409"/>
            <a:ext cx="7398318" cy="3785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abbr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title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="Hyper Text Markup Language"&gt;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abbr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6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blockquote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Example of blockquote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br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Another line inside blockquote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blockquote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text outside of blockquote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pre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pre tag: These lines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Will display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as written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preserving spaces, tabs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and line breaks</a:t>
            </a:r>
          </a:p>
        </p:txBody>
      </p:sp>
      <p:sp>
        <p:nvSpPr>
          <p:cNvPr id="5" name="Oval 4">
            <a:hlinkClick r:id="rId3" action="ppaction://hlinkfile"/>
            <a:extLst>
              <a:ext uri="{FF2B5EF4-FFF2-40B4-BE49-F238E27FC236}">
                <a16:creationId xmlns:a16="http://schemas.microsoft.com/office/drawing/2014/main" id="{55EED3D8-01F3-4C02-70F9-5D73D58047A2}"/>
              </a:ext>
            </a:extLst>
          </p:cNvPr>
          <p:cNvSpPr/>
          <p:nvPr/>
        </p:nvSpPr>
        <p:spPr>
          <a:xfrm>
            <a:off x="8779387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085023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Relative and absolute path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550" y="1380499"/>
            <a:ext cx="11516239" cy="4955354"/>
          </a:xfr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r>
              <a:rPr lang="en-GB" sz="1800" b="1" dirty="0">
                <a:latin typeface="Consolas" panose="020B0609020204030204" pitchFamily="49" charset="0"/>
              </a:rPr>
              <a:t> </a:t>
            </a:r>
          </a:p>
          <a:p>
            <a:r>
              <a:rPr lang="en-GB" sz="1800" b="1" dirty="0">
                <a:latin typeface="Consolas" panose="020B0609020204030204" pitchFamily="49" charset="0"/>
              </a:rPr>
              <a:t> Image in the same folder as the html page: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="house.jpg"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="Image of house"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Image in the images sub-folder where the html page is located: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="images/team.jpg"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="QA team picture"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Image in root folder: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="/images/logo.jpg"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="QA logo"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endParaRPr lang="en-GB" sz="1800" b="1" dirty="0">
              <a:latin typeface="Consolas" panose="020B0609020204030204" pitchFamily="49" charset="0"/>
            </a:endParaRPr>
          </a:p>
          <a:p>
            <a:r>
              <a:rPr lang="en-GB" sz="1800" b="1" dirty="0">
                <a:latin typeface="Consolas" panose="020B0609020204030204" pitchFamily="49" charset="0"/>
              </a:rPr>
              <a:t> Image from a URL: 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	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img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src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http://qa.somee.com/html/slides/team.jpg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alt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QA team picture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 /&gt;</a:t>
            </a:r>
            <a:endParaRPr lang="en-GB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b="1" dirty="0"/>
          </a:p>
        </p:txBody>
      </p:sp>
      <p:pic>
        <p:nvPicPr>
          <p:cNvPr id="5" name="Picture 4" descr="A picture containing text, posing&#10;&#10;Description automatically generated">
            <a:extLst>
              <a:ext uri="{FF2B5EF4-FFF2-40B4-BE49-F238E27FC236}">
                <a16:creationId xmlns:a16="http://schemas.microsoft.com/office/drawing/2014/main" id="{56BAC5E5-96B2-487C-B640-D6106AEA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946" y="1469409"/>
            <a:ext cx="2726035" cy="1127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9995C9-B931-423F-8D62-155C26A8F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154" y="3017521"/>
            <a:ext cx="1769996" cy="1739124"/>
          </a:xfrm>
          <a:prstGeom prst="rect">
            <a:avLst/>
          </a:prstGeom>
          <a:ln w="38100" cap="sq">
            <a:noFill/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97425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3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3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dirty="0"/>
              <a:t> Tag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450" y="1357982"/>
            <a:ext cx="11516239" cy="4955354"/>
          </a:xfrm>
        </p:spPr>
        <p:txBody>
          <a:bodyPr/>
          <a:lstStyle/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Method (get/post)</a:t>
            </a:r>
          </a:p>
          <a:p>
            <a:pPr marL="342900" marR="0" indent="-3429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07F417-D4A5-43B4-B913-307CBB5CDCE9}"/>
              </a:ext>
            </a:extLst>
          </p:cNvPr>
          <p:cNvSpPr txBox="1"/>
          <p:nvPr/>
        </p:nvSpPr>
        <p:spPr>
          <a:xfrm>
            <a:off x="583800" y="2077545"/>
            <a:ext cx="9718803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method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="get"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action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="serve.aspx"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checked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Tea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="c"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Coffee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Soup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="checkbox"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chkMilk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="y"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Milk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="checkbox"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chkSugar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="y"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Sugar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="submit"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="Vend"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form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48847F-8B24-4DDE-8730-1D0586281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334" y="2249852"/>
            <a:ext cx="2630394" cy="109680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Oval 8">
            <a:hlinkClick r:id="rId4" action="ppaction://hlinkfile"/>
            <a:extLst>
              <a:ext uri="{FF2B5EF4-FFF2-40B4-BE49-F238E27FC236}">
                <a16:creationId xmlns:a16="http://schemas.microsoft.com/office/drawing/2014/main" id="{AE9CBC8C-A337-29F6-33BA-5BED0409B4C2}"/>
              </a:ext>
            </a:extLst>
          </p:cNvPr>
          <p:cNvSpPr/>
          <p:nvPr/>
        </p:nvSpPr>
        <p:spPr>
          <a:xfrm>
            <a:off x="11001482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629939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Controls for inputting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="___"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Other attributes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min, max   	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autocomplete	</a:t>
            </a: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off/on 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spellcheck	</a:t>
            </a:r>
            <a:r>
              <a:rPr lang="en-GB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true/false</a:t>
            </a:r>
          </a:p>
          <a:p>
            <a:pPr marL="641350" lvl="4" indent="-285750"/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maxlength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placeholder</a:t>
            </a:r>
          </a:p>
          <a:p>
            <a:pPr marL="641350" lvl="4" indent="-28575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disabled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8A3690-CD5B-4ACE-A7B2-99D2617BF97F}"/>
              </a:ext>
            </a:extLst>
          </p:cNvPr>
          <p:cNvSpPr txBox="1"/>
          <p:nvPr/>
        </p:nvSpPr>
        <p:spPr>
          <a:xfrm>
            <a:off x="3048885" y="4810385"/>
            <a:ext cx="8808903" cy="954107"/>
          </a:xfrm>
          <a:prstGeom prst="rect">
            <a:avLst/>
          </a:prstGeom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="1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="50"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="type a number (1-50)"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maxlength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="10"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="type password (1-10)"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required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="type your name"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spellcheck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="false"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autocomplete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="off"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</a:p>
          <a:p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dirty="0">
                <a:solidFill>
                  <a:srgbClr val="FF0000"/>
                </a:solidFill>
                <a:latin typeface="Consolas" panose="020B0609020204030204" pitchFamily="49" charset="0"/>
              </a:rPr>
              <a:t>disabled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dirty="0">
                <a:solidFill>
                  <a:srgbClr val="000000"/>
                </a:solidFill>
                <a:latin typeface="Consolas" panose="020B0609020204030204" pitchFamily="49" charset="0"/>
              </a:rPr>
              <a:t>OK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4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1B4408-0756-40C2-A83E-8A054BBB1FD3}"/>
              </a:ext>
            </a:extLst>
          </p:cNvPr>
          <p:cNvSpPr/>
          <p:nvPr/>
        </p:nvSpPr>
        <p:spPr>
          <a:xfrm>
            <a:off x="3687099" y="1524002"/>
            <a:ext cx="5525728" cy="1494503"/>
          </a:xfrm>
          <a:prstGeom prst="round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text 	number 	email 	URL 	password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date 	datetime 	time 	day	month 	week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submit	reset		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File</a:t>
            </a:r>
            <a:b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range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087C1BB-E8EF-4905-865D-059296401BD5}"/>
              </a:ext>
            </a:extLst>
          </p:cNvPr>
          <p:cNvSpPr/>
          <p:nvPr/>
        </p:nvSpPr>
        <p:spPr>
          <a:xfrm>
            <a:off x="2566735" y="1956618"/>
            <a:ext cx="1041702" cy="600587"/>
          </a:xfrm>
          <a:custGeom>
            <a:avLst/>
            <a:gdLst>
              <a:gd name="connsiteX0" fmla="*/ 19148 w 1041702"/>
              <a:gd name="connsiteY0" fmla="*/ 0 h 600587"/>
              <a:gd name="connsiteX1" fmla="*/ 137135 w 1041702"/>
              <a:gd name="connsiteY1" fmla="*/ 521110 h 600587"/>
              <a:gd name="connsiteX2" fmla="*/ 1041702 w 1041702"/>
              <a:gd name="connsiteY2" fmla="*/ 589935 h 60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41702" h="600587">
                <a:moveTo>
                  <a:pt x="19148" y="0"/>
                </a:moveTo>
                <a:cubicBezTo>
                  <a:pt x="-7072" y="211394"/>
                  <a:pt x="-33291" y="422788"/>
                  <a:pt x="137135" y="521110"/>
                </a:cubicBezTo>
                <a:cubicBezTo>
                  <a:pt x="307561" y="619432"/>
                  <a:pt x="674631" y="604683"/>
                  <a:pt x="1041702" y="589935"/>
                </a:cubicBezTo>
              </a:path>
            </a:pathLst>
          </a:custGeom>
          <a:ln w="28575"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Oval 8">
            <a:hlinkClick r:id="rId3" action="ppaction://hlinkfile"/>
            <a:extLst>
              <a:ext uri="{FF2B5EF4-FFF2-40B4-BE49-F238E27FC236}">
                <a16:creationId xmlns:a16="http://schemas.microsoft.com/office/drawing/2014/main" id="{DAC92F6A-56B7-3E65-F253-E19949E1046A}"/>
              </a:ext>
            </a:extLst>
          </p:cNvPr>
          <p:cNvSpPr/>
          <p:nvPr/>
        </p:nvSpPr>
        <p:spPr>
          <a:xfrm>
            <a:off x="10037918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067563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lists for inputting and selecting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Lists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ListBox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and Dropdown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Listbox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:      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select	option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Ordered and unordered lists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&lt;ul&gt;	&lt;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ol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&gt;	&lt;li&gt;</a:t>
            </a:r>
          </a:p>
          <a:p>
            <a:pPr marL="641350" lvl="1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B2E63A-ADB9-41BD-A418-8DE2BF7AC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368" y="1509913"/>
            <a:ext cx="1980314" cy="14271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B0CCBF-9497-4D55-8819-AC333D07B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565" y="3481302"/>
            <a:ext cx="1980314" cy="2936328"/>
          </a:xfrm>
          <a:prstGeom prst="rect">
            <a:avLst/>
          </a:prstGeom>
        </p:spPr>
      </p:pic>
      <p:sp>
        <p:nvSpPr>
          <p:cNvPr id="7" name="Oval 6">
            <a:hlinkClick r:id="rId5" action="ppaction://hlinkfile"/>
            <a:extLst>
              <a:ext uri="{FF2B5EF4-FFF2-40B4-BE49-F238E27FC236}">
                <a16:creationId xmlns:a16="http://schemas.microsoft.com/office/drawing/2014/main" id="{2CE57BA1-CC8E-C01A-7CCA-267CE78A2AB7}"/>
              </a:ext>
            </a:extLst>
          </p:cNvPr>
          <p:cNvSpPr/>
          <p:nvPr/>
        </p:nvSpPr>
        <p:spPr>
          <a:xfrm>
            <a:off x="8838380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39467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F85F92-FD81-440B-98C9-685647D0F9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89A624-7A42-4FD1-8F32-8EA43C65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forms of lists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474CB-4C12-4267-B357-E8A698F43283}"/>
              </a:ext>
            </a:extLst>
          </p:cNvPr>
          <p:cNvSpPr txBox="1"/>
          <p:nvPr/>
        </p:nvSpPr>
        <p:spPr>
          <a:xfrm>
            <a:off x="263150" y="1245005"/>
            <a:ext cx="4521502" cy="224676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Description list element</a:t>
            </a: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Programming Courses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Java SE programming II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C# development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Web Development Fundamentals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Level 3 web application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Responsive web application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667DF-0C42-4877-A83E-82C32710CC17}"/>
              </a:ext>
            </a:extLst>
          </p:cNvPr>
          <p:cNvSpPr txBox="1"/>
          <p:nvPr/>
        </p:nvSpPr>
        <p:spPr>
          <a:xfrm>
            <a:off x="5394687" y="1239689"/>
            <a:ext cx="4043026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details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summary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details tag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summary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it-IT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it-IT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it-IT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it-IT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Audio and video</a:t>
            </a:r>
            <a:r>
              <a:rPr lang="it-IT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it-IT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it-IT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it-IT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it-IT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it-IT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Camera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Files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a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Geolocation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details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FC675-9D19-480A-A789-2183A9E1F954}"/>
              </a:ext>
            </a:extLst>
          </p:cNvPr>
          <p:cNvSpPr txBox="1"/>
          <p:nvPr/>
        </p:nvSpPr>
        <p:spPr>
          <a:xfrm>
            <a:off x="273781" y="3683924"/>
            <a:ext cx="4510870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list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foodOptions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datalist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foodOptions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="Meat"&gt;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="Vegetarian"&gt;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="Semi-vegetarian"&gt;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option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="Low-carbohydrate diet"&gt;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datalist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Oval 8">
            <a:hlinkClick r:id="rId2" action="ppaction://hlinkfile"/>
            <a:extLst>
              <a:ext uri="{FF2B5EF4-FFF2-40B4-BE49-F238E27FC236}">
                <a16:creationId xmlns:a16="http://schemas.microsoft.com/office/drawing/2014/main" id="{170C1E0D-538A-B03F-F11B-2DF76BB5B371}"/>
              </a:ext>
            </a:extLst>
          </p:cNvPr>
          <p:cNvSpPr/>
          <p:nvPr/>
        </p:nvSpPr>
        <p:spPr>
          <a:xfrm>
            <a:off x="8779387" y="511045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0163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For displaying tabular data or basic positioning other controls</a:t>
            </a:r>
          </a:p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E4450C-6E0F-4951-AE1F-9D342EAFF3F3}"/>
              </a:ext>
            </a:extLst>
          </p:cNvPr>
          <p:cNvSpPr txBox="1"/>
          <p:nvPr/>
        </p:nvSpPr>
        <p:spPr>
          <a:xfrm>
            <a:off x="562510" y="1813173"/>
            <a:ext cx="3567701" cy="32316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="1"&gt;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Surname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Jill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Eve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Jackson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94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7900AD-3B4B-4761-9DEB-98AD0ABD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8354" y="1864976"/>
            <a:ext cx="1447800" cy="723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09CB10F-54F3-425E-BC3A-21733223E491}"/>
              </a:ext>
            </a:extLst>
          </p:cNvPr>
          <p:cNvSpPr txBox="1"/>
          <p:nvPr/>
        </p:nvSpPr>
        <p:spPr>
          <a:xfrm>
            <a:off x="4351963" y="1813173"/>
            <a:ext cx="4915328" cy="48936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="1"&gt;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Name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Surname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Age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Jill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Smith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Eve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Jackson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Average age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40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table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AE4D5F4-4650-488C-AE2C-A3163F3B1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993" y="1872307"/>
            <a:ext cx="1809750" cy="923925"/>
          </a:xfrm>
          <a:prstGeom prst="rect">
            <a:avLst/>
          </a:prstGeom>
        </p:spPr>
      </p:pic>
      <p:sp>
        <p:nvSpPr>
          <p:cNvPr id="14" name="Callout: Line 13">
            <a:extLst>
              <a:ext uri="{FF2B5EF4-FFF2-40B4-BE49-F238E27FC236}">
                <a16:creationId xmlns:a16="http://schemas.microsoft.com/office/drawing/2014/main" id="{268BF30A-A938-470A-B560-104B182BE067}"/>
              </a:ext>
            </a:extLst>
          </p:cNvPr>
          <p:cNvSpPr/>
          <p:nvPr/>
        </p:nvSpPr>
        <p:spPr>
          <a:xfrm>
            <a:off x="7106734" y="3070507"/>
            <a:ext cx="2057814" cy="474080"/>
          </a:xfrm>
          <a:prstGeom prst="borderCallout1">
            <a:avLst>
              <a:gd name="adj1" fmla="val 50893"/>
              <a:gd name="adj2" fmla="val -505"/>
              <a:gd name="adj3" fmla="val 24149"/>
              <a:gd name="adj4" fmla="val -1713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 and &lt;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 </a:t>
            </a:r>
            <a:b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en-GB" sz="1400" dirty="0">
                <a:solidFill>
                  <a:srgbClr val="000000"/>
                </a:solidFill>
                <a:latin typeface="Verdana" panose="020B0604030504040204" pitchFamily="34" charset="0"/>
              </a:rPr>
              <a:t>may be used for </a:t>
            </a:r>
            <a:r>
              <a:rPr lang="en-GB" sz="1400" dirty="0" err="1">
                <a:solidFill>
                  <a:srgbClr val="000000"/>
                </a:solidFill>
                <a:latin typeface="Verdana" panose="020B0604030504040204" pitchFamily="34" charset="0"/>
              </a:rPr>
              <a:t>css</a:t>
            </a:r>
            <a:endParaRPr lang="en-GB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E9684B-71FB-405D-838F-3A9A823D0B67}"/>
              </a:ext>
            </a:extLst>
          </p:cNvPr>
          <p:cNvSpPr txBox="1"/>
          <p:nvPr/>
        </p:nvSpPr>
        <p:spPr>
          <a:xfrm>
            <a:off x="7986003" y="3867728"/>
            <a:ext cx="3444412" cy="249299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2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colspan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="2"&gt;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Average age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b="1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40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td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>
                <a:solidFill>
                  <a:srgbClr val="800000"/>
                </a:solidFill>
                <a:latin typeface="Consolas" panose="020B0609020204030204" pitchFamily="49" charset="0"/>
              </a:rPr>
              <a:t>tr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200" dirty="0" err="1">
                <a:solidFill>
                  <a:srgbClr val="800000"/>
                </a:solidFill>
                <a:latin typeface="Consolas" panose="020B0609020204030204" pitchFamily="49" charset="0"/>
              </a:rPr>
              <a:t>tfoot</a:t>
            </a:r>
            <a:r>
              <a:rPr lang="en-GB" sz="12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2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endParaRPr lang="en-GB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B07FA68-E410-4257-B4F4-16A44B2E3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758" y="4897335"/>
            <a:ext cx="2044556" cy="1358724"/>
          </a:xfrm>
          <a:prstGeom prst="rect">
            <a:avLst/>
          </a:prstGeom>
        </p:spPr>
      </p:pic>
      <p:sp>
        <p:nvSpPr>
          <p:cNvPr id="12" name="Oval 11">
            <a:hlinkClick r:id="rId6" action="ppaction://hlinkfile"/>
            <a:extLst>
              <a:ext uri="{FF2B5EF4-FFF2-40B4-BE49-F238E27FC236}">
                <a16:creationId xmlns:a16="http://schemas.microsoft.com/office/drawing/2014/main" id="{C7E3A7CD-C790-7F9E-8B4A-17C39A4F9D7B}"/>
              </a:ext>
            </a:extLst>
          </p:cNvPr>
          <p:cNvSpPr/>
          <p:nvPr/>
        </p:nvSpPr>
        <p:spPr>
          <a:xfrm>
            <a:off x="11207960" y="6280494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57174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DC64B43-3F65-44BB-B5D7-98AAB642C2A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3" r="23533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Measurement units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DOM selection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Changing attributes 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Positioning elements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Block, inline and inline-block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Enhancing the look using CSS3</a:t>
            </a:r>
          </a:p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Media queries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</a:t>
            </a:r>
          </a:p>
        </p:txBody>
      </p:sp>
    </p:spTree>
    <p:extLst>
      <p:ext uri="{BB962C8B-B14F-4D97-AF65-F5344CB8AC3E}">
        <p14:creationId xmlns:p14="http://schemas.microsoft.com/office/powerpoint/2010/main" val="3562478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- getting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latin typeface="Calibri" panose="020F0502020204030204" pitchFamily="34" charset="0"/>
              </a:rPr>
              <a:t>Importing CSS files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1800" dirty="0">
                <a:effectLst/>
                <a:latin typeface="Calibri" panose="020F0502020204030204" pitchFamily="34" charset="0"/>
              </a:rPr>
              <a:t>Measurement units: </a:t>
            </a: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 err="1">
                <a:latin typeface="Calibri" panose="020F0502020204030204" pitchFamily="34" charset="0"/>
              </a:rPr>
              <a:t>px</a:t>
            </a:r>
            <a:endParaRPr lang="en-GB" sz="1800" dirty="0">
              <a:latin typeface="Calibri" panose="020F0502020204030204" pitchFamily="34" charset="0"/>
            </a:endParaRP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 err="1">
                <a:latin typeface="Calibri" panose="020F0502020204030204" pitchFamily="34" charset="0"/>
              </a:rPr>
              <a:t>em</a:t>
            </a:r>
            <a:endParaRPr lang="en-GB" sz="1800" dirty="0">
              <a:latin typeface="Calibri" panose="020F0502020204030204" pitchFamily="34" charset="0"/>
            </a:endParaRP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 err="1">
                <a:latin typeface="Calibri" panose="020F0502020204030204" pitchFamily="34" charset="0"/>
              </a:rPr>
              <a:t>vw</a:t>
            </a:r>
            <a:endParaRPr lang="en-GB" sz="1800" dirty="0">
              <a:latin typeface="Calibri" panose="020F0502020204030204" pitchFamily="34" charset="0"/>
            </a:endParaRP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 err="1">
                <a:latin typeface="Calibri" panose="020F0502020204030204" pitchFamily="34" charset="0"/>
              </a:rPr>
              <a:t>vh</a:t>
            </a:r>
            <a:endParaRPr lang="en-GB" sz="1800" dirty="0">
              <a:latin typeface="Calibri" panose="020F0502020204030204" pitchFamily="34" charset="0"/>
            </a:endParaRP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 err="1">
                <a:latin typeface="Calibri" panose="020F0502020204030204" pitchFamily="34" charset="0"/>
              </a:rPr>
              <a:t>vmax</a:t>
            </a:r>
            <a:r>
              <a:rPr lang="en-GB" sz="1800" dirty="0">
                <a:latin typeface="Calibri" panose="020F0502020204030204" pitchFamily="34" charset="0"/>
              </a:rPr>
              <a:t>/</a:t>
            </a:r>
            <a:r>
              <a:rPr lang="en-GB" sz="1800" dirty="0" err="1">
                <a:latin typeface="Calibri" panose="020F0502020204030204" pitchFamily="34" charset="0"/>
              </a:rPr>
              <a:t>vmin</a:t>
            </a:r>
            <a:endParaRPr lang="en-GB" sz="1800" dirty="0">
              <a:latin typeface="Calibri" panose="020F0502020204030204" pitchFamily="34" charset="0"/>
            </a:endParaRP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</a:rPr>
              <a:t>rem</a:t>
            </a:r>
          </a:p>
          <a:p>
            <a:pPr marL="46863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</a:rPr>
              <a:t>cm 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81BC13-EA1B-4AD7-94FB-FD04259C2B79}"/>
              </a:ext>
            </a:extLst>
          </p:cNvPr>
          <p:cNvSpPr txBox="1"/>
          <p:nvPr/>
        </p:nvSpPr>
        <p:spPr>
          <a:xfrm>
            <a:off x="3195485" y="1271933"/>
            <a:ext cx="4778478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lang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en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Document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title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link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="stylesheet"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href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="sheet1.css"&gt;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4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BBC0762-7ED2-42EF-9A8B-C1D23AB0C9E5}"/>
              </a:ext>
            </a:extLst>
          </p:cNvPr>
          <p:cNvSpPr/>
          <p:nvPr/>
        </p:nvSpPr>
        <p:spPr>
          <a:xfrm>
            <a:off x="2399069" y="1356850"/>
            <a:ext cx="412954" cy="334297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>
            <a:hlinkClick r:id="rId3" action="ppaction://hlinkfile"/>
            <a:extLst>
              <a:ext uri="{FF2B5EF4-FFF2-40B4-BE49-F238E27FC236}">
                <a16:creationId xmlns:a16="http://schemas.microsoft.com/office/drawing/2014/main" id="{FD0CD9B8-0FF3-BF52-A14B-D4527C938C4B}"/>
              </a:ext>
            </a:extLst>
          </p:cNvPr>
          <p:cNvSpPr/>
          <p:nvPr/>
        </p:nvSpPr>
        <p:spPr>
          <a:xfrm>
            <a:off x="7157062" y="4156722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875330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Selectors  - basic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3377973" cy="4955354"/>
          </a:xfrm>
        </p:spPr>
        <p:txBody>
          <a:bodyPr/>
          <a:lstStyle/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*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.intro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#qa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.intro, #qa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h1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h1, p</a:t>
            </a:r>
          </a:p>
          <a:p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h1:hover</a:t>
            </a:r>
          </a:p>
          <a:p>
            <a:r>
              <a:rPr lang="en-GB" sz="16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p.qaClass</a:t>
            </a:r>
            <a:endParaRPr lang="en-GB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GB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en-GB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en-GB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26F75-6A5B-4C7C-B030-94A6B6B51556}"/>
              </a:ext>
            </a:extLst>
          </p:cNvPr>
          <p:cNvSpPr txBox="1"/>
          <p:nvPr/>
        </p:nvSpPr>
        <p:spPr>
          <a:xfrm>
            <a:off x="4595038" y="3715514"/>
            <a:ext cx="6462822" cy="175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="div1"&gt;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id=div1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qaClass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class=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qaClass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qaClass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class=</a:t>
            </a:r>
            <a:r>
              <a:rPr lang="en-GB" dirty="0" err="1">
                <a:solidFill>
                  <a:srgbClr val="000000"/>
                </a:solidFill>
                <a:latin typeface="Consolas" panose="020B0609020204030204" pitchFamily="49" charset="0"/>
              </a:rPr>
              <a:t>qaClass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company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dirty="0" err="1">
                <a:solidFill>
                  <a:srgbClr val="0000FF"/>
                </a:solidFill>
                <a:latin typeface="Consolas" panose="020B0609020204030204" pitchFamily="49" charset="0"/>
              </a:rPr>
              <a:t>qa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4D3207-13CF-4BED-930F-4F21DCB10B82}"/>
              </a:ext>
            </a:extLst>
          </p:cNvPr>
          <p:cNvSpPr txBox="1"/>
          <p:nvPr/>
        </p:nvSpPr>
        <p:spPr>
          <a:xfrm>
            <a:off x="4548079" y="1648071"/>
            <a:ext cx="6509782" cy="17543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#div1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{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  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qaClass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{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green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p.qaClass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3px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dashed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gray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div[company=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qa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]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9" name="Oval 8">
            <a:hlinkClick r:id="rId3"/>
            <a:extLst>
              <a:ext uri="{FF2B5EF4-FFF2-40B4-BE49-F238E27FC236}">
                <a16:creationId xmlns:a16="http://schemas.microsoft.com/office/drawing/2014/main" id="{EC5BC545-9983-C073-A180-7F9F0B1DE12F}"/>
              </a:ext>
            </a:extLst>
          </p:cNvPr>
          <p:cNvSpPr/>
          <p:nvPr/>
        </p:nvSpPr>
        <p:spPr>
          <a:xfrm>
            <a:off x="2486723" y="1757645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11" name="Oval 10">
            <a:hlinkClick r:id="rId4"/>
            <a:extLst>
              <a:ext uri="{FF2B5EF4-FFF2-40B4-BE49-F238E27FC236}">
                <a16:creationId xmlns:a16="http://schemas.microsoft.com/office/drawing/2014/main" id="{DCF3161A-7D96-36F3-5B26-FF399180E0C6}"/>
              </a:ext>
            </a:extLst>
          </p:cNvPr>
          <p:cNvSpPr/>
          <p:nvPr/>
        </p:nvSpPr>
        <p:spPr>
          <a:xfrm>
            <a:off x="2486722" y="2594342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12" name="Oval 11">
            <a:hlinkClick r:id="rId4"/>
            <a:extLst>
              <a:ext uri="{FF2B5EF4-FFF2-40B4-BE49-F238E27FC236}">
                <a16:creationId xmlns:a16="http://schemas.microsoft.com/office/drawing/2014/main" id="{A40476B7-6373-9E00-E602-9D717390B573}"/>
              </a:ext>
            </a:extLst>
          </p:cNvPr>
          <p:cNvSpPr/>
          <p:nvPr/>
        </p:nvSpPr>
        <p:spPr>
          <a:xfrm>
            <a:off x="10357473" y="3366178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>
                <a:hlinkClick r:id="rId5" action="ppaction://hlinkfile"/>
              </a:rPr>
              <a:t>Demo</a:t>
            </a:r>
            <a:endParaRPr lang="en-GB" sz="800" b="1" dirty="0"/>
          </a:p>
        </p:txBody>
      </p:sp>
    </p:spTree>
    <p:extLst>
      <p:ext uri="{BB962C8B-B14F-4D97-AF65-F5344CB8AC3E}">
        <p14:creationId xmlns:p14="http://schemas.microsoft.com/office/powerpoint/2010/main" val="2500346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–Selection by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360" y="1368256"/>
            <a:ext cx="4857452" cy="4955354"/>
          </a:xfrm>
        </p:spPr>
        <p:txBody>
          <a:bodyPr/>
          <a:lstStyle/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[id]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[</a:t>
            </a:r>
            <a:r>
              <a:rPr lang="en-GB" sz="1600" dirty="0">
                <a:solidFill>
                  <a:srgbClr val="000000"/>
                </a:solidFill>
                <a:latin typeface="Verdana" panose="020B0604030504040204" pitchFamily="34" charset="0"/>
              </a:rPr>
              <a:t>company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='QA']</a:t>
            </a:r>
          </a:p>
          <a:p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[id$='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ing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']		id ends with </a:t>
            </a:r>
            <a:r>
              <a:rPr lang="en-GB" sz="16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ing</a:t>
            </a:r>
            <a:endParaRPr lang="en-GB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[id^=Q]			id begins with Q</a:t>
            </a:r>
          </a:p>
          <a:p>
            <a:pPr algn="l"/>
            <a:r>
              <a:rPr lang="en-GB" sz="1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[id*=QA]		id contains QA			</a:t>
            </a:r>
          </a:p>
          <a:p>
            <a:pPr algn="l"/>
            <a:endParaRPr lang="en-GB" sz="16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9E61FE-7C19-43E9-B484-7A0E5A693101}"/>
              </a:ext>
            </a:extLst>
          </p:cNvPr>
          <p:cNvSpPr txBox="1"/>
          <p:nvPr/>
        </p:nvSpPr>
        <p:spPr>
          <a:xfrm>
            <a:off x="1032004" y="3428010"/>
            <a:ext cx="4172711" cy="3323987"/>
          </a:xfrm>
          <a:prstGeom prst="rect">
            <a:avLst/>
          </a:prstGeom>
          <a:solidFill>
            <a:srgbClr val="F2FAFF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input[type=text]:disabled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lightgray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input[placeholder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*=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'C']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3px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groove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[company=QA]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background-color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white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font-weight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bold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font-size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x-large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width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30%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r>
              <a:rPr lang="en-GB" sz="14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text-align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center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A096D-925A-4046-8302-2801F8DF6735}"/>
              </a:ext>
            </a:extLst>
          </p:cNvPr>
          <p:cNvSpPr txBox="1"/>
          <p:nvPr/>
        </p:nvSpPr>
        <p:spPr>
          <a:xfrm>
            <a:off x="4508506" y="4071448"/>
            <a:ext cx="7434071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company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="QA"&gt;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QA Training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placeholder of ABC: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="ABC"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placeholder of AB: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disabled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placeholder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="AB"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/&gt;&lt;/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p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Oval 6">
            <a:hlinkClick r:id="rId3" action="ppaction://hlinkfile"/>
            <a:extLst>
              <a:ext uri="{FF2B5EF4-FFF2-40B4-BE49-F238E27FC236}">
                <a16:creationId xmlns:a16="http://schemas.microsoft.com/office/drawing/2014/main" id="{4B9AE289-E8FF-45FE-86C9-0AFF3B9BBFA7}"/>
              </a:ext>
            </a:extLst>
          </p:cNvPr>
          <p:cNvSpPr/>
          <p:nvPr/>
        </p:nvSpPr>
        <p:spPr>
          <a:xfrm>
            <a:off x="10028085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1310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Selectors – by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539317-68AA-48F9-8573-137B024F0B28}"/>
              </a:ext>
            </a:extLst>
          </p:cNvPr>
          <p:cNvSpPr txBox="1"/>
          <p:nvPr/>
        </p:nvSpPr>
        <p:spPr>
          <a:xfrm>
            <a:off x="603607" y="1674674"/>
            <a:ext cx="60977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GB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:checked</a:t>
            </a:r>
          </a:p>
          <a:p>
            <a:pPr algn="l"/>
            <a:r>
              <a:rPr lang="en-GB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:disabled</a:t>
            </a:r>
          </a:p>
          <a:p>
            <a:pPr algn="l"/>
            <a:r>
              <a:rPr lang="en-GB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:enabled</a:t>
            </a:r>
          </a:p>
          <a:p>
            <a:pPr algn="l"/>
            <a:r>
              <a:rPr lang="en-GB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:focus</a:t>
            </a:r>
          </a:p>
          <a:p>
            <a:pPr algn="l"/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73D4DD-D220-43D4-AA94-56874203ECD5}"/>
              </a:ext>
            </a:extLst>
          </p:cNvPr>
          <p:cNvSpPr txBox="1"/>
          <p:nvPr/>
        </p:nvSpPr>
        <p:spPr>
          <a:xfrm>
            <a:off x="2054791" y="1467001"/>
            <a:ext cx="4796909" cy="50167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:checked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height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2em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2em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:disabled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gray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box-shadow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:enabled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blue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:focus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3px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dashed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green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</a:t>
            </a:r>
            <a:r>
              <a:rPr lang="en-GB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antiquewhite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35DEE1-29BC-40EE-BE21-F7405E4B3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499" y="3467403"/>
            <a:ext cx="2962275" cy="1590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A7CA50-8D31-40C4-A196-BBF315E9F1F6}"/>
              </a:ext>
            </a:extLst>
          </p:cNvPr>
          <p:cNvSpPr txBox="1"/>
          <p:nvPr/>
        </p:nvSpPr>
        <p:spPr>
          <a:xfrm>
            <a:off x="7127003" y="1216278"/>
            <a:ext cx="4848687" cy="1815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Name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City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="text"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Registered: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="checkbox"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disabled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Save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button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Oval 9">
            <a:hlinkClick r:id="rId4" action="ppaction://hlinkfile"/>
            <a:extLst>
              <a:ext uri="{FF2B5EF4-FFF2-40B4-BE49-F238E27FC236}">
                <a16:creationId xmlns:a16="http://schemas.microsoft.com/office/drawing/2014/main" id="{555762AF-8A1E-6203-3DE0-8EDF9799A811}"/>
              </a:ext>
            </a:extLst>
          </p:cNvPr>
          <p:cNvSpPr/>
          <p:nvPr/>
        </p:nvSpPr>
        <p:spPr>
          <a:xfrm>
            <a:off x="10214898" y="5975693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041608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Selection by validation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B58F6-3DA6-4E63-B404-DE6F39331B47}"/>
              </a:ext>
            </a:extLst>
          </p:cNvPr>
          <p:cNvSpPr txBox="1"/>
          <p:nvPr/>
        </p:nvSpPr>
        <p:spPr>
          <a:xfrm>
            <a:off x="591108" y="1590645"/>
            <a:ext cx="26533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8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input:in-range</a:t>
            </a:r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GB" sz="18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input:out-of-range</a:t>
            </a:r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endParaRPr lang="en-GB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endParaRPr lang="en-GB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algn="l"/>
            <a:r>
              <a:rPr lang="en-GB" sz="18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input:invalid</a:t>
            </a:r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l"/>
            <a:r>
              <a:rPr lang="en-GB" sz="1800" b="0" i="0" dirty="0" err="1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input:valid</a:t>
            </a:r>
            <a:endParaRPr lang="en-GB" sz="18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B0791-CD14-4172-803E-3E640AF3391E}"/>
              </a:ext>
            </a:extLst>
          </p:cNvPr>
          <p:cNvSpPr txBox="1"/>
          <p:nvPr/>
        </p:nvSpPr>
        <p:spPr>
          <a:xfrm>
            <a:off x="4463016" y="1485823"/>
            <a:ext cx="6097772" cy="4524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input:in-range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green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dirty="0" err="1">
                <a:solidFill>
                  <a:srgbClr val="800000"/>
                </a:solidFill>
                <a:latin typeface="Consolas" panose="020B0609020204030204" pitchFamily="49" charset="0"/>
              </a:rPr>
              <a:t>input:out-of-range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border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2px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solid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red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style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head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="number"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min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="5"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max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="10"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="7"&gt;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body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dirty="0">
                <a:solidFill>
                  <a:srgbClr val="800000"/>
                </a:solidFill>
                <a:latin typeface="Consolas" panose="020B0609020204030204" pitchFamily="49" charset="0"/>
              </a:rPr>
              <a:t>html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dirty="0"/>
          </a:p>
        </p:txBody>
      </p:sp>
      <p:sp>
        <p:nvSpPr>
          <p:cNvPr id="9" name="Oval 8">
            <a:hlinkClick r:id="rId3"/>
            <a:extLst>
              <a:ext uri="{FF2B5EF4-FFF2-40B4-BE49-F238E27FC236}">
                <a16:creationId xmlns:a16="http://schemas.microsoft.com/office/drawing/2014/main" id="{058D95A0-F14C-D3CC-5014-315F2A721F82}"/>
              </a:ext>
            </a:extLst>
          </p:cNvPr>
          <p:cNvSpPr/>
          <p:nvPr/>
        </p:nvSpPr>
        <p:spPr>
          <a:xfrm>
            <a:off x="3263470" y="1757641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10" name="Oval 9">
            <a:hlinkClick r:id="rId4"/>
            <a:extLst>
              <a:ext uri="{FF2B5EF4-FFF2-40B4-BE49-F238E27FC236}">
                <a16:creationId xmlns:a16="http://schemas.microsoft.com/office/drawing/2014/main" id="{342B73A8-54B6-1CF4-E8F7-C817E2CFC0C2}"/>
              </a:ext>
            </a:extLst>
          </p:cNvPr>
          <p:cNvSpPr/>
          <p:nvPr/>
        </p:nvSpPr>
        <p:spPr>
          <a:xfrm>
            <a:off x="3244409" y="2992122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901976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AA7621-5745-46B7-98B0-CD09070B3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C0F6AD-A8C0-4D64-8C72-D481F24BE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Enhancing the look!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988CD5-6634-418F-ABD4-27277EF42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Text and Box shadows</a:t>
            </a:r>
          </a:p>
          <a:p>
            <a:r>
              <a:rPr lang="en-GB" dirty="0"/>
              <a:t>Curved borders</a:t>
            </a:r>
          </a:p>
          <a:p>
            <a:r>
              <a:rPr lang="en-GB" dirty="0"/>
              <a:t>Multi-column display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Bullets </a:t>
            </a:r>
          </a:p>
          <a:p>
            <a:r>
              <a:rPr lang="en-GB" dirty="0"/>
              <a:t>Menus</a:t>
            </a:r>
          </a:p>
          <a:p>
            <a:r>
              <a:rPr lang="en-GB" dirty="0"/>
              <a:t>Tabs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0954DE-E407-4046-81CE-BA656A56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981" y="1052893"/>
            <a:ext cx="6943308" cy="47780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Oval 8">
            <a:hlinkClick r:id="rId3" action="ppaction://hlinkfile"/>
            <a:extLst>
              <a:ext uri="{FF2B5EF4-FFF2-40B4-BE49-F238E27FC236}">
                <a16:creationId xmlns:a16="http://schemas.microsoft.com/office/drawing/2014/main" id="{5E757C23-2DFA-1FC4-382C-AA48E7655FF8}"/>
              </a:ext>
            </a:extLst>
          </p:cNvPr>
          <p:cNvSpPr/>
          <p:nvPr/>
        </p:nvSpPr>
        <p:spPr>
          <a:xfrm>
            <a:off x="3399518" y="2357422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10" name="Oval 9">
            <a:hlinkClick r:id="rId4" action="ppaction://hlinkfile"/>
            <a:extLst>
              <a:ext uri="{FF2B5EF4-FFF2-40B4-BE49-F238E27FC236}">
                <a16:creationId xmlns:a16="http://schemas.microsoft.com/office/drawing/2014/main" id="{CE693F55-7CB3-3592-56A8-2F17954F0B40}"/>
              </a:ext>
            </a:extLst>
          </p:cNvPr>
          <p:cNvSpPr/>
          <p:nvPr/>
        </p:nvSpPr>
        <p:spPr>
          <a:xfrm>
            <a:off x="3399518" y="3510311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9701499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- positioning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272" y="1368256"/>
            <a:ext cx="11516239" cy="4955354"/>
          </a:xfrm>
        </p:spPr>
        <p:txBody>
          <a:bodyPr/>
          <a:lstStyle/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</a:rPr>
              <a:t>Block, inline, inline-block</a:t>
            </a:r>
            <a:endParaRPr lang="en-GB" sz="2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</a:endParaRPr>
          </a:p>
          <a:p>
            <a:pPr marL="182880">
              <a:spcAft>
                <a:spcPts val="0"/>
              </a:spcAft>
            </a:pPr>
            <a:r>
              <a:rPr lang="en-GB" sz="2400" dirty="0">
                <a:effectLst/>
                <a:latin typeface="Calibri" panose="020F0502020204030204" pitchFamily="34" charset="0"/>
              </a:rPr>
              <a:t>display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2400" dirty="0">
                <a:effectLst/>
                <a:latin typeface="Calibri" panose="020F0502020204030204" pitchFamily="34" charset="0"/>
              </a:rPr>
              <a:t>float, clear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</a:rPr>
              <a:t>position</a:t>
            </a:r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2400" dirty="0">
                <a:effectLst/>
                <a:latin typeface="Calibri" panose="020F0502020204030204" pitchFamily="34" charset="0"/>
              </a:rPr>
              <a:t>static, absolute, sticky …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2400" b="1" dirty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" panose="020F0502020204030204" pitchFamily="34" charset="0"/>
              </a:rPr>
              <a:t>overflow</a:t>
            </a: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24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2400" dirty="0">
              <a:latin typeface="Calibri" panose="020F0502020204030204" pitchFamily="34" charset="0"/>
            </a:endParaRPr>
          </a:p>
        </p:txBody>
      </p:sp>
      <p:sp>
        <p:nvSpPr>
          <p:cNvPr id="8" name="Oval 7">
            <a:hlinkClick r:id="rId3" action="ppaction://hlinkfile"/>
            <a:extLst>
              <a:ext uri="{FF2B5EF4-FFF2-40B4-BE49-F238E27FC236}">
                <a16:creationId xmlns:a16="http://schemas.microsoft.com/office/drawing/2014/main" id="{BB3AF0E4-914A-1821-FB82-8AFCA0D37BB9}"/>
              </a:ext>
            </a:extLst>
          </p:cNvPr>
          <p:cNvSpPr/>
          <p:nvPr/>
        </p:nvSpPr>
        <p:spPr>
          <a:xfrm>
            <a:off x="4864523" y="3956259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9" name="Oval 8">
            <a:hlinkClick r:id="rId4" action="ppaction://hlinkfile"/>
            <a:extLst>
              <a:ext uri="{FF2B5EF4-FFF2-40B4-BE49-F238E27FC236}">
                <a16:creationId xmlns:a16="http://schemas.microsoft.com/office/drawing/2014/main" id="{112DA23C-D966-28E7-13BD-7BB7D8F6503D}"/>
              </a:ext>
            </a:extLst>
          </p:cNvPr>
          <p:cNvSpPr/>
          <p:nvPr/>
        </p:nvSpPr>
        <p:spPr>
          <a:xfrm>
            <a:off x="4881958" y="3018641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  <p:sp>
        <p:nvSpPr>
          <p:cNvPr id="10" name="Oval 9">
            <a:hlinkClick r:id="rId5" action="ppaction://hlinkfile"/>
            <a:extLst>
              <a:ext uri="{FF2B5EF4-FFF2-40B4-BE49-F238E27FC236}">
                <a16:creationId xmlns:a16="http://schemas.microsoft.com/office/drawing/2014/main" id="{57EF26D8-2FD5-E02C-67E9-25DB95393392}"/>
              </a:ext>
            </a:extLst>
          </p:cNvPr>
          <p:cNvSpPr/>
          <p:nvPr/>
        </p:nvSpPr>
        <p:spPr>
          <a:xfrm>
            <a:off x="4864524" y="1342855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141420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DC64B43-3F65-44BB-B5D7-98AAB642C2A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3" r="23533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Revision of the language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DOM selection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DOM manipulation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Dynamic Events</a:t>
            </a:r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2053025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Language basics – Selection and iteration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103AA7-680A-4ADE-91E9-0B7B17DCDFCD}"/>
              </a:ext>
            </a:extLst>
          </p:cNvPr>
          <p:cNvSpPr txBox="1"/>
          <p:nvPr/>
        </p:nvSpPr>
        <p:spPr>
          <a:xfrm>
            <a:off x="698091" y="1450539"/>
            <a:ext cx="4503174" cy="23083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(x &gt; 5)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'x is bigger than 5'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(x == 5)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'x is equal to 5'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'x is less than 5'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717A34-8C89-439C-ACF8-47730C5CBD65}"/>
              </a:ext>
            </a:extLst>
          </p:cNvPr>
          <p:cNvSpPr txBox="1"/>
          <p:nvPr/>
        </p:nvSpPr>
        <p:spPr>
          <a:xfrm>
            <a:off x="6253316" y="1479532"/>
            <a:ext cx="4031225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x = 5;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(x &gt; 0)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console.log(x);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x--;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9F7AC5-64D9-45FB-BCEB-DCC82DBCB9F9}"/>
              </a:ext>
            </a:extLst>
          </p:cNvPr>
          <p:cNvSpPr txBox="1"/>
          <p:nvPr/>
        </p:nvSpPr>
        <p:spPr>
          <a:xfrm>
            <a:off x="6243484" y="3191921"/>
            <a:ext cx="404105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&lt; 10;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75082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forEach</a:t>
            </a:r>
            <a:r>
              <a:rPr lang="en-GB" dirty="0"/>
              <a:t> and Arrays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F6F725-C4A1-4A54-BAF7-DED085B0A5EC}"/>
              </a:ext>
            </a:extLst>
          </p:cNvPr>
          <p:cNvSpPr txBox="1"/>
          <p:nvPr/>
        </p:nvSpPr>
        <p:spPr>
          <a:xfrm>
            <a:off x="589936" y="1658713"/>
            <a:ext cx="5181599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'Mike'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names.forEach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(n =&gt;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console.log(n)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97BCBE-F1EB-4B84-98F4-6C799C3315EF}"/>
              </a:ext>
            </a:extLst>
          </p:cNvPr>
          <p:cNvSpPr txBox="1"/>
          <p:nvPr/>
        </p:nvSpPr>
        <p:spPr>
          <a:xfrm>
            <a:off x="589936" y="3115868"/>
            <a:ext cx="518159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names.push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'Sasha'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console.log(names);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77172B-260B-4DEC-9773-0E54B39B0100}"/>
              </a:ext>
            </a:extLst>
          </p:cNvPr>
          <p:cNvSpPr txBox="1"/>
          <p:nvPr/>
        </p:nvSpPr>
        <p:spPr>
          <a:xfrm>
            <a:off x="6120601" y="3344988"/>
            <a:ext cx="446874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'Mike'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'Sasha'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7CFB33CF-4D2D-4322-AF46-FC1B3C4ED08F}"/>
              </a:ext>
            </a:extLst>
          </p:cNvPr>
          <p:cNvSpPr/>
          <p:nvPr/>
        </p:nvSpPr>
        <p:spPr>
          <a:xfrm>
            <a:off x="5673212" y="3323302"/>
            <a:ext cx="349067" cy="324464"/>
          </a:xfrm>
          <a:prstGeom prst="righ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823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Language basics – Methods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4F2BB-C917-4A62-A826-F654C7946E2B}"/>
              </a:ext>
            </a:extLst>
          </p:cNvPr>
          <p:cNvSpPr txBox="1"/>
          <p:nvPr/>
        </p:nvSpPr>
        <p:spPr>
          <a:xfrm>
            <a:off x="3116825" y="1754398"/>
            <a:ext cx="336754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add(a, b)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894E0-0DA3-43D7-A2AF-16E187615DF4}"/>
              </a:ext>
            </a:extLst>
          </p:cNvPr>
          <p:cNvSpPr txBox="1"/>
          <p:nvPr/>
        </p:nvSpPr>
        <p:spPr>
          <a:xfrm>
            <a:off x="3106992" y="3001059"/>
            <a:ext cx="336754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add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(a, b)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54399-F18F-43BD-B875-92B236B510D5}"/>
              </a:ext>
            </a:extLst>
          </p:cNvPr>
          <p:cNvSpPr txBox="1"/>
          <p:nvPr/>
        </p:nvSpPr>
        <p:spPr>
          <a:xfrm>
            <a:off x="3116824" y="4247720"/>
            <a:ext cx="3357715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add = (a, b) =&gt;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 + b;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9B189-D270-4AE9-9BDB-81E875D6A3C5}"/>
              </a:ext>
            </a:extLst>
          </p:cNvPr>
          <p:cNvSpPr txBox="1"/>
          <p:nvPr/>
        </p:nvSpPr>
        <p:spPr>
          <a:xfrm>
            <a:off x="648929" y="1995948"/>
            <a:ext cx="1956619" cy="1433052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en-GB" sz="2400" b="1" dirty="0"/>
              <a:t>3 ways to define a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D19235-618A-43F3-906D-3DC0D74A3DB7}"/>
              </a:ext>
            </a:extLst>
          </p:cNvPr>
          <p:cNvSpPr txBox="1"/>
          <p:nvPr/>
        </p:nvSpPr>
        <p:spPr>
          <a:xfrm>
            <a:off x="7261123" y="3001059"/>
            <a:ext cx="336754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result = add(1, 2);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console.log(result);</a:t>
            </a:r>
          </a:p>
          <a:p>
            <a:endParaRPr lang="en-GB" b="1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75CF09-6C8C-46F7-96D9-4479EA2BDD39}"/>
              </a:ext>
            </a:extLst>
          </p:cNvPr>
          <p:cNvCxnSpPr>
            <a:stCxn id="13" idx="1"/>
          </p:cNvCxnSpPr>
          <p:nvPr/>
        </p:nvCxnSpPr>
        <p:spPr>
          <a:xfrm flipH="1" flipV="1">
            <a:off x="6558116" y="2433582"/>
            <a:ext cx="703007" cy="1029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684F66-5230-48D1-9CCC-2EF31250B690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567949" y="3462724"/>
            <a:ext cx="6931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DFF16F6-B9A1-4AF4-9DDA-52F057B0BDC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597444" y="3462724"/>
            <a:ext cx="663679" cy="1002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0673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Selection of DOM elements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2FDF55-EE2B-4CC3-AEC9-09C42FA4D637}"/>
              </a:ext>
            </a:extLst>
          </p:cNvPr>
          <p:cNvSpPr txBox="1"/>
          <p:nvPr/>
        </p:nvSpPr>
        <p:spPr>
          <a:xfrm>
            <a:off x="334490" y="1368256"/>
            <a:ext cx="4198182" cy="19466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divInfo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.....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input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="radio"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="drink"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/&gt;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0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redBorder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.....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>
                <a:solidFill>
                  <a:srgbClr val="FF0000"/>
                </a:solidFill>
                <a:latin typeface="Consolas" panose="020B0609020204030204" pitchFamily="49" charset="0"/>
              </a:rPr>
              <a:t>class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6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redBorder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"&gt;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.....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6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80B986-CFE9-4237-B810-6C9F4B6631DC}"/>
              </a:ext>
            </a:extLst>
          </p:cNvPr>
          <p:cNvSpPr txBox="1"/>
          <p:nvPr/>
        </p:nvSpPr>
        <p:spPr>
          <a:xfrm>
            <a:off x="321607" y="3520960"/>
            <a:ext cx="694443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info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divInfo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drinks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document.getElementsByName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'drink'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6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divs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document.getElementsByClassName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redBorder</a:t>
            </a:r>
            <a:r>
              <a:rPr lang="en-GB" sz="16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52C11-CDC4-4C97-990F-FF30793F32C1}"/>
              </a:ext>
            </a:extLst>
          </p:cNvPr>
          <p:cNvSpPr txBox="1"/>
          <p:nvPr/>
        </p:nvSpPr>
        <p:spPr>
          <a:xfrm>
            <a:off x="321607" y="5203095"/>
            <a:ext cx="7200069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info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'#</a:t>
            </a:r>
            <a:r>
              <a:rPr lang="en-GB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divInfo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drinks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document.querySelectorAll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'[name=drink]'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divs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document.querySelectorAll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'.</a:t>
            </a:r>
            <a:r>
              <a:rPr lang="en-GB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redBorder</a:t>
            </a:r>
            <a:r>
              <a:rPr lang="en-GB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2D595E-439D-48FC-8AA1-59C02279ECD7}"/>
              </a:ext>
            </a:extLst>
          </p:cNvPr>
          <p:cNvSpPr txBox="1"/>
          <p:nvPr/>
        </p:nvSpPr>
        <p:spPr>
          <a:xfrm>
            <a:off x="7908000" y="3520960"/>
            <a:ext cx="349742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info.innerHTML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"QA"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 drinks[0].checked =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divs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[0].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innerHTML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"QA"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E7EFC-022A-4083-8699-3613B9D2E6B9}"/>
              </a:ext>
            </a:extLst>
          </p:cNvPr>
          <p:cNvSpPr/>
          <p:nvPr/>
        </p:nvSpPr>
        <p:spPr>
          <a:xfrm>
            <a:off x="314631" y="4832019"/>
            <a:ext cx="2723535" cy="3710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/>
              <a:t>Using </a:t>
            </a:r>
            <a:r>
              <a:rPr lang="en-GB" b="1" dirty="0" err="1"/>
              <a:t>querySelector</a:t>
            </a:r>
            <a:endParaRPr lang="en-GB" b="1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DD2BC2-3E59-4F71-8146-EFEDD9FAE532}"/>
              </a:ext>
            </a:extLst>
          </p:cNvPr>
          <p:cNvCxnSpPr/>
          <p:nvPr/>
        </p:nvCxnSpPr>
        <p:spPr>
          <a:xfrm>
            <a:off x="7344697" y="3893574"/>
            <a:ext cx="5633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A1B8F8C-FCEC-44AD-B47E-EFB6CCF51565}"/>
              </a:ext>
            </a:extLst>
          </p:cNvPr>
          <p:cNvCxnSpPr>
            <a:cxnSpLocks/>
          </p:cNvCxnSpPr>
          <p:nvPr/>
        </p:nvCxnSpPr>
        <p:spPr>
          <a:xfrm flipV="1">
            <a:off x="7089058" y="4444290"/>
            <a:ext cx="818664" cy="758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839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Manipulating DOM elements – creating new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pPr marL="285750" indent="-285750"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3B3E0-D5B2-454D-B7D8-46DFE863655E}"/>
              </a:ext>
            </a:extLst>
          </p:cNvPr>
          <p:cNvSpPr txBox="1"/>
          <p:nvPr/>
        </p:nvSpPr>
        <p:spPr>
          <a:xfrm>
            <a:off x="9114503" y="2153265"/>
            <a:ext cx="1720645" cy="1474838"/>
          </a:xfrm>
          <a:prstGeom prst="rect">
            <a:avLst/>
          </a:prstGeom>
          <a:gradFill>
            <a:gsLst>
              <a:gs pos="8000">
                <a:schemeClr val="dk1">
                  <a:satMod val="103000"/>
                  <a:lumMod val="102000"/>
                  <a:tint val="94000"/>
                </a:schemeClr>
              </a:gs>
              <a:gs pos="50000">
                <a:schemeClr val="dk1">
                  <a:satMod val="110000"/>
                  <a:lumMod val="100000"/>
                  <a:shade val="100000"/>
                </a:schemeClr>
              </a:gs>
              <a:gs pos="100000">
                <a:schemeClr val="dk1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vert="horz" wrap="square" lIns="0" tIns="0" rIns="0" bIns="0" rtlCol="0" anchor="t" anchorCtr="0"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GB" b="1" dirty="0"/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Mike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Bob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Linda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66B80-35ED-4BCD-AB32-A9804D83D767}"/>
              </a:ext>
            </a:extLst>
          </p:cNvPr>
          <p:cNvSpPr txBox="1"/>
          <p:nvPr/>
        </p:nvSpPr>
        <p:spPr>
          <a:xfrm>
            <a:off x="341271" y="1386116"/>
            <a:ext cx="6964097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="students"&gt;&lt;/</a:t>
            </a:r>
            <a:r>
              <a:rPr lang="en-GB" sz="18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ol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ol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'students'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'Mike'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names.forEach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(name =&gt; {</a:t>
            </a:r>
          </a:p>
          <a:p>
            <a:r>
              <a:rPr lang="it-IT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it-IT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it-IT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li = document.createElement(</a:t>
            </a:r>
            <a:r>
              <a:rPr lang="it-IT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'li'</a:t>
            </a:r>
            <a:r>
              <a:rPr lang="it-IT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li.innerHTML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name;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ol.appendChild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(li);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});</a:t>
            </a: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Oval 8">
            <a:hlinkClick r:id="rId3" action="ppaction://hlinkfile"/>
            <a:extLst>
              <a:ext uri="{FF2B5EF4-FFF2-40B4-BE49-F238E27FC236}">
                <a16:creationId xmlns:a16="http://schemas.microsoft.com/office/drawing/2014/main" id="{E86EEF4A-58F5-D338-887D-85BD1CDE06E4}"/>
              </a:ext>
            </a:extLst>
          </p:cNvPr>
          <p:cNvSpPr/>
          <p:nvPr/>
        </p:nvSpPr>
        <p:spPr>
          <a:xfrm>
            <a:off x="8178011" y="5218615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64227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JavaScript – Adding Events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FFF8D1-4868-48B7-912C-FC932E9E565B}"/>
              </a:ext>
            </a:extLst>
          </p:cNvPr>
          <p:cNvSpPr txBox="1"/>
          <p:nvPr/>
        </p:nvSpPr>
        <p:spPr>
          <a:xfrm>
            <a:off x="1400838" y="1342906"/>
            <a:ext cx="9380576" cy="440120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divNames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="</a:t>
            </a:r>
            <a:r>
              <a:rPr lang="en-GB" sz="14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lblName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"&gt;&lt;/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div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names = [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'Jonathan'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'Christopher'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'Sean'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'Sasha'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'Kimberly'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'Lorenzo'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    let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divNames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divNames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lblName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lblName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document.createElement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400" b="1" dirty="0" err="1">
                <a:solidFill>
                  <a:srgbClr val="A31515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divNames.appendChild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ol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n-NO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i = 0; i &lt; names.length; i++) {</a:t>
            </a:r>
          </a:p>
          <a:p>
            <a:r>
              <a:rPr lang="it-IT" sz="1400" b="1">
                <a:solidFill>
                  <a:srgbClr val="0000FF"/>
                </a:solidFill>
                <a:latin typeface="Consolas" panose="020B0609020204030204" pitchFamily="49" charset="0"/>
              </a:rPr>
              <a:t>        let</a:t>
            </a:r>
            <a:r>
              <a:rPr lang="it-IT" sz="1400" b="1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li = document.createElement(</a:t>
            </a:r>
            <a:r>
              <a:rPr lang="it-IT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"li"</a:t>
            </a:r>
            <a:r>
              <a:rPr lang="it-IT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it-IT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li.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innerHTML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names[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it-IT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ol.appendChild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(li);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li.addEventListener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'click'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(e) =&gt;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lblName.innerHTML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e.target.innerHTML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});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script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en-GB" sz="1400" b="1" dirty="0"/>
          </a:p>
        </p:txBody>
      </p:sp>
      <p:sp>
        <p:nvSpPr>
          <p:cNvPr id="6" name="Oval 5">
            <a:hlinkClick r:id="rId3" action="ppaction://hlinkfile"/>
            <a:extLst>
              <a:ext uri="{FF2B5EF4-FFF2-40B4-BE49-F238E27FC236}">
                <a16:creationId xmlns:a16="http://schemas.microsoft.com/office/drawing/2014/main" id="{F007666C-71CE-9DC3-6552-BE8DECB27BDA}"/>
              </a:ext>
            </a:extLst>
          </p:cNvPr>
          <p:cNvSpPr/>
          <p:nvPr/>
        </p:nvSpPr>
        <p:spPr>
          <a:xfrm>
            <a:off x="10881888" y="6099296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992828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CSS – using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div1.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border 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1600" b="0" i="1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"1px solid red";</a:t>
            </a:r>
            <a:endParaRPr lang="en-GB" sz="1800" dirty="0">
              <a:effectLst/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latin typeface="Calibri" panose="020F0502020204030204" pitchFamily="34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div1.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GB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GB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600" b="0" i="0" dirty="0">
                <a:effectLst/>
                <a:latin typeface="Consolas" panose="020B0609020204030204" pitchFamily="49" charset="0"/>
              </a:rPr>
              <a:t>;</a:t>
            </a:r>
            <a:endParaRPr lang="en-GB" sz="1600" dirty="0"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div1.</a:t>
            </a:r>
            <a:r>
              <a:rPr lang="en-GB" sz="16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classList.add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6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GB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GB" sz="1600" b="0" i="0" dirty="0">
                <a:effectLst/>
                <a:latin typeface="Consolas" panose="020B0609020204030204" pitchFamily="49" charset="0"/>
              </a:rPr>
              <a:t>;</a:t>
            </a:r>
            <a:endParaRPr lang="en-GB" sz="1600" b="0" i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6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182880" marR="0">
              <a:spcBef>
                <a:spcPts val="0"/>
              </a:spcBef>
              <a:spcAft>
                <a:spcPts val="0"/>
              </a:spcAft>
            </a:pPr>
            <a:endParaRPr lang="en-GB" sz="1800" dirty="0">
              <a:effectLst/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6B39E-4277-4DA5-A5CB-9950B853F874}"/>
              </a:ext>
            </a:extLst>
          </p:cNvPr>
          <p:cNvSpPr txBox="1"/>
          <p:nvPr/>
        </p:nvSpPr>
        <p:spPr>
          <a:xfrm>
            <a:off x="6462823" y="2358328"/>
            <a:ext cx="3113796" cy="160043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&lt;style&gt;</a:t>
            </a:r>
          </a:p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    .</a:t>
            </a:r>
            <a:r>
              <a:rPr lang="en-GB" sz="1400" b="1" dirty="0" err="1">
                <a:solidFill>
                  <a:srgbClr val="800000"/>
                </a:solidFill>
                <a:latin typeface="Consolas" panose="020B0609020204030204" pitchFamily="49" charset="0"/>
              </a:rPr>
              <a:t>mystyle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width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100%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padding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25px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 color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white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400" b="1" dirty="0">
                <a:solidFill>
                  <a:srgbClr val="800000"/>
                </a:solidFill>
                <a:latin typeface="Consolas" panose="020B0609020204030204" pitchFamily="49" charset="0"/>
              </a:rPr>
              <a:t>&lt;/style&gt;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B201D-D039-4454-A778-4426D6B953CC}"/>
              </a:ext>
            </a:extLst>
          </p:cNvPr>
          <p:cNvSpPr txBox="1"/>
          <p:nvPr/>
        </p:nvSpPr>
        <p:spPr>
          <a:xfrm>
            <a:off x="425834" y="3961076"/>
            <a:ext cx="4649086" cy="20313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css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width: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'150px'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height: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'50px'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   padding: </a:t>
            </a:r>
            <a:r>
              <a:rPr lang="en-GB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'5px'</a:t>
            </a:r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da-DK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css.border = </a:t>
            </a:r>
            <a:r>
              <a:rPr lang="da-DK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'2px dashed red'</a:t>
            </a:r>
            <a:r>
              <a:rPr lang="da-DK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Object.assign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(div1.style, </a:t>
            </a:r>
            <a:r>
              <a:rPr lang="en-GB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css</a:t>
            </a:r>
            <a:r>
              <a:rPr lang="en-GB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ACB000A-CE23-405A-9692-24803277840E}"/>
              </a:ext>
            </a:extLst>
          </p:cNvPr>
          <p:cNvCxnSpPr>
            <a:cxnSpLocks/>
          </p:cNvCxnSpPr>
          <p:nvPr/>
        </p:nvCxnSpPr>
        <p:spPr>
          <a:xfrm flipH="1">
            <a:off x="4357636" y="3233148"/>
            <a:ext cx="21051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D02D82B-5277-4340-A70E-575028CE2297}"/>
              </a:ext>
            </a:extLst>
          </p:cNvPr>
          <p:cNvSpPr/>
          <p:nvPr/>
        </p:nvSpPr>
        <p:spPr>
          <a:xfrm>
            <a:off x="5074920" y="1846303"/>
            <a:ext cx="347472" cy="356861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C1C6570-56A9-4519-97AA-FCD1B0CA115E}"/>
              </a:ext>
            </a:extLst>
          </p:cNvPr>
          <p:cNvSpPr/>
          <p:nvPr/>
        </p:nvSpPr>
        <p:spPr>
          <a:xfrm>
            <a:off x="3965448" y="2355319"/>
            <a:ext cx="347472" cy="356861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89789C-2487-428B-AAC5-11724676052A}"/>
              </a:ext>
            </a:extLst>
          </p:cNvPr>
          <p:cNvSpPr/>
          <p:nvPr/>
        </p:nvSpPr>
        <p:spPr>
          <a:xfrm>
            <a:off x="5049259" y="3074647"/>
            <a:ext cx="347472" cy="356861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80290A4-C10F-424B-8152-F1C9A25A3AB0}"/>
              </a:ext>
            </a:extLst>
          </p:cNvPr>
          <p:cNvSpPr/>
          <p:nvPr/>
        </p:nvSpPr>
        <p:spPr>
          <a:xfrm>
            <a:off x="4553851" y="4072781"/>
            <a:ext cx="347472" cy="356861"/>
          </a:xfrm>
          <a:prstGeom prst="ellipse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E9FC3A-6B22-8839-4068-BC851CEC8A2D}"/>
              </a:ext>
            </a:extLst>
          </p:cNvPr>
          <p:cNvSpPr txBox="1"/>
          <p:nvPr/>
        </p:nvSpPr>
        <p:spPr>
          <a:xfrm>
            <a:off x="522366" y="1341196"/>
            <a:ext cx="4649086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nn-NO" sz="14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div1 = document.getElementById(</a:t>
            </a:r>
            <a:r>
              <a:rPr lang="nn-NO" sz="1400" b="1" dirty="0">
                <a:solidFill>
                  <a:srgbClr val="A31515"/>
                </a:solidFill>
                <a:latin typeface="Consolas" panose="020B0609020204030204" pitchFamily="49" charset="0"/>
              </a:rPr>
              <a:t>'div1'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573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C359-12A6-4375-9140-52AE621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Variable declaration – global, </a:t>
            </a:r>
            <a:r>
              <a:rPr lang="en-GB" dirty="0" err="1"/>
              <a:t>const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CCE6-A851-4819-91DB-D1A096AF2317}"/>
              </a:ext>
            </a:extLst>
          </p:cNvPr>
          <p:cNvSpPr txBox="1"/>
          <p:nvPr/>
        </p:nvSpPr>
        <p:spPr>
          <a:xfrm>
            <a:off x="413590" y="1161412"/>
            <a:ext cx="10559208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	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price = 100;            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// becomes global when the function is called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GB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VAT = 0.2;        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// local scope and value cannot change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	// … some code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	VAT = 0.15;	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: Assignment to constant variable.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D73BA01D-829A-44D9-9429-B30DCE451CF6}"/>
              </a:ext>
            </a:extLst>
          </p:cNvPr>
          <p:cNvSpPr/>
          <p:nvPr/>
        </p:nvSpPr>
        <p:spPr>
          <a:xfrm>
            <a:off x="3205657" y="3090038"/>
            <a:ext cx="483475" cy="346842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DF827-E032-43C6-8215-69884BA30D4D}"/>
              </a:ext>
            </a:extLst>
          </p:cNvPr>
          <p:cNvSpPr txBox="1"/>
          <p:nvPr/>
        </p:nvSpPr>
        <p:spPr>
          <a:xfrm>
            <a:off x="429358" y="4183129"/>
            <a:ext cx="10543440" cy="16619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endParaRPr lang="en-GB" sz="105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b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console.log(price);	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100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console.log(VAT);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VAT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91C51F8B-C74A-4DD7-834A-D154407AA3F0}"/>
              </a:ext>
            </a:extLst>
          </p:cNvPr>
          <p:cNvSpPr/>
          <p:nvPr/>
        </p:nvSpPr>
        <p:spPr>
          <a:xfrm>
            <a:off x="3231932" y="5449601"/>
            <a:ext cx="483475" cy="346842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7351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AC359-12A6-4375-9140-52AE6215CD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Variable declaration – var, let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6FCCE6-A851-4819-91DB-D1A096AF2317}"/>
              </a:ext>
            </a:extLst>
          </p:cNvPr>
          <p:cNvSpPr txBox="1"/>
          <p:nvPr/>
        </p:nvSpPr>
        <p:spPr>
          <a:xfrm>
            <a:off x="445123" y="1150902"/>
            <a:ext cx="11147788" cy="31393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endParaRPr lang="en-GB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dirty="0">
                <a:solidFill>
                  <a:srgbClr val="0000FF"/>
                </a:solidFill>
                <a:latin typeface="Consolas" panose="020B0609020204030204" pitchFamily="49" charset="0"/>
              </a:rPr>
              <a:t> 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p = 10;             	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function scope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q = 2;              	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local scope (see for loop)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&lt; 5;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++) {   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scope of </a:t>
            </a:r>
            <a:r>
              <a:rPr lang="en-GB" sz="1800" b="1" dirty="0" err="1">
                <a:latin typeface="Consolas" panose="020B0609020204030204" pitchFamily="49" charset="0"/>
              </a:rPr>
              <a:t>i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 is within the for loop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	  var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total = q </a:t>
            </a:r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p + 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    		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// following lines have access to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total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}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console.log(total);</a:t>
            </a:r>
          </a:p>
          <a:p>
            <a:r>
              <a:rPr lang="en-GB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     	  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 err="1">
                <a:latin typeface="Consolas" panose="020B0609020204030204" pitchFamily="49" charset="0"/>
              </a:rPr>
              <a:t>i</a:t>
            </a:r>
            <a:r>
              <a:rPr lang="en-GB" sz="1800" b="1" dirty="0"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is not defined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E0C496-FE83-4739-92B7-AEE11E177A47}"/>
              </a:ext>
            </a:extLst>
          </p:cNvPr>
          <p:cNvSpPr txBox="1"/>
          <p:nvPr/>
        </p:nvSpPr>
        <p:spPr>
          <a:xfrm>
            <a:off x="5737590" y="5477467"/>
            <a:ext cx="5886852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R</a:t>
            </a:r>
            <a:r>
              <a:rPr lang="en-GB" sz="1800" b="1" dirty="0">
                <a:latin typeface="Consolas" panose="020B0609020204030204" pitchFamily="49" charset="0"/>
              </a:rPr>
              <a:t>ecommendations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1- use </a:t>
            </a:r>
            <a:r>
              <a:rPr lang="en-GB" sz="1800" b="1" dirty="0">
                <a:latin typeface="Consolas" panose="020B0609020204030204" pitchFamily="49" charset="0"/>
              </a:rPr>
              <a:t>const 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if value should not be change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2- use </a:t>
            </a:r>
            <a:r>
              <a:rPr lang="en-GB" sz="1800" b="1" dirty="0">
                <a:latin typeface="Consolas" panose="020B0609020204030204" pitchFamily="49" charset="0"/>
              </a:rPr>
              <a:t>let 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to limit scope</a:t>
            </a:r>
          </a:p>
          <a:p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3- do not use </a:t>
            </a:r>
            <a:r>
              <a:rPr lang="en-GB" sz="1800" b="1" dirty="0">
                <a:solidFill>
                  <a:schemeClr val="accent6"/>
                </a:solidFill>
                <a:latin typeface="Consolas" panose="020B0609020204030204" pitchFamily="49" charset="0"/>
              </a:rPr>
              <a:t>global variables</a:t>
            </a:r>
            <a:r>
              <a:rPr lang="en-GB" sz="1800" b="1" dirty="0">
                <a:solidFill>
                  <a:srgbClr val="008000"/>
                </a:solidFill>
                <a:latin typeface="Consolas" panose="020B0609020204030204" pitchFamily="49" charset="0"/>
              </a:rPr>
              <a:t>!</a:t>
            </a:r>
            <a:endParaRPr lang="en-GB" b="1" dirty="0"/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47BB1F3C-AD41-49B9-B994-8FE713C20A26}"/>
              </a:ext>
            </a:extLst>
          </p:cNvPr>
          <p:cNvSpPr/>
          <p:nvPr/>
        </p:nvSpPr>
        <p:spPr>
          <a:xfrm>
            <a:off x="3909848" y="3647083"/>
            <a:ext cx="483475" cy="346842"/>
          </a:xfrm>
          <a:prstGeom prst="leftArrow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CFD59-9175-4749-9330-4523847C0539}"/>
              </a:ext>
            </a:extLst>
          </p:cNvPr>
          <p:cNvSpPr txBox="1"/>
          <p:nvPr/>
        </p:nvSpPr>
        <p:spPr>
          <a:xfrm>
            <a:off x="445123" y="4385395"/>
            <a:ext cx="1114778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scopeDemo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console.log(p);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p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console.log(q); 	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Uncaught </a:t>
            </a:r>
            <a:r>
              <a:rPr lang="en-GB" sz="18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ReferenceError</a:t>
            </a:r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: q is not defined</a:t>
            </a:r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36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961CA4-5069-0F89-FB32-61983D14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OO in JavaScript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B988F-A958-5E70-8833-2E32D40467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2AB58B-6ABA-EBA2-A925-DCBB1E2FD8CE}"/>
              </a:ext>
            </a:extLst>
          </p:cNvPr>
          <p:cNvSpPr txBox="1"/>
          <p:nvPr/>
        </p:nvSpPr>
        <p:spPr>
          <a:xfrm>
            <a:off x="462116" y="1169301"/>
            <a:ext cx="10019072" cy="28623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2B91AF"/>
                </a:solidFill>
                <a:latin typeface="Consolas" panose="020B0609020204030204" pitchFamily="49" charset="0"/>
              </a:rPr>
              <a:t>Student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constructor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(name, age, stream)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.name = name;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.age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age;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.stream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 stream;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getInfo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`Name: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${this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.name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, Age: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.age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, Stream: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${</a:t>
            </a:r>
            <a:r>
              <a:rPr lang="en-GB" sz="1800" b="1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.stream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}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742134-E478-7850-26CB-20C25450C4E0}"/>
              </a:ext>
            </a:extLst>
          </p:cNvPr>
          <p:cNvSpPr txBox="1"/>
          <p:nvPr/>
        </p:nvSpPr>
        <p:spPr>
          <a:xfrm>
            <a:off x="462115" y="4393776"/>
            <a:ext cx="6096000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stu1 =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Student(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'Mike'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21,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'Software'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console.log(stu1.getInfo());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889D6-0BD4-BE4D-4670-54AD9B39DD9C}"/>
              </a:ext>
            </a:extLst>
          </p:cNvPr>
          <p:cNvSpPr txBox="1"/>
          <p:nvPr/>
        </p:nvSpPr>
        <p:spPr>
          <a:xfrm>
            <a:off x="462116" y="5213246"/>
            <a:ext cx="6096000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stu1.company =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'QA'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console.log(stu1.company);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BD9FE7-5D68-14D4-09B1-EF50F3D12164}"/>
              </a:ext>
            </a:extLst>
          </p:cNvPr>
          <p:cNvSpPr txBox="1"/>
          <p:nvPr/>
        </p:nvSpPr>
        <p:spPr>
          <a:xfrm>
            <a:off x="6695767" y="4532275"/>
            <a:ext cx="41393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 err="1">
                <a:solidFill>
                  <a:schemeClr val="accent4">
                    <a:lumMod val="75000"/>
                  </a:schemeClr>
                </a:solidFill>
              </a:rPr>
              <a:t>Name</a:t>
            </a:r>
            <a:r>
              <a:rPr lang="en-GB" sz="1600" b="1" dirty="0" err="1"/>
              <a:t>:Mike</a:t>
            </a:r>
            <a:r>
              <a:rPr lang="en-GB" sz="1600" b="1" dirty="0"/>
              <a:t>, </a:t>
            </a:r>
            <a:r>
              <a:rPr lang="en-GB" sz="1600" b="1" dirty="0">
                <a:solidFill>
                  <a:schemeClr val="accent4">
                    <a:lumMod val="75000"/>
                  </a:schemeClr>
                </a:solidFill>
              </a:rPr>
              <a:t>Age</a:t>
            </a:r>
            <a:r>
              <a:rPr lang="en-GB" sz="1600" b="1" dirty="0"/>
              <a:t>:21, </a:t>
            </a:r>
            <a:r>
              <a:rPr lang="en-GB" sz="1600" b="1" dirty="0" err="1">
                <a:solidFill>
                  <a:schemeClr val="accent4">
                    <a:lumMod val="75000"/>
                  </a:schemeClr>
                </a:solidFill>
              </a:rPr>
              <a:t>Stream</a:t>
            </a:r>
            <a:r>
              <a:rPr lang="en-GB" sz="1600" b="1" dirty="0" err="1"/>
              <a:t>:Software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B427B-3306-F044-8163-79AC654D1FB7}"/>
              </a:ext>
            </a:extLst>
          </p:cNvPr>
          <p:cNvSpPr txBox="1"/>
          <p:nvPr/>
        </p:nvSpPr>
        <p:spPr>
          <a:xfrm>
            <a:off x="6695766" y="5448425"/>
            <a:ext cx="53461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QA</a:t>
            </a:r>
          </a:p>
        </p:txBody>
      </p:sp>
      <p:sp>
        <p:nvSpPr>
          <p:cNvPr id="11" name="Oval 10">
            <a:hlinkClick r:id="rId2" action="ppaction://hlinkfile"/>
            <a:extLst>
              <a:ext uri="{FF2B5EF4-FFF2-40B4-BE49-F238E27FC236}">
                <a16:creationId xmlns:a16="http://schemas.microsoft.com/office/drawing/2014/main" id="{B5C4A735-243A-82CD-32D4-9D04DC25C4F3}"/>
              </a:ext>
            </a:extLst>
          </p:cNvPr>
          <p:cNvSpPr/>
          <p:nvPr/>
        </p:nvSpPr>
        <p:spPr>
          <a:xfrm>
            <a:off x="10881888" y="6099296"/>
            <a:ext cx="718181" cy="393291"/>
          </a:xfrm>
          <a:prstGeom prst="ellipse">
            <a:avLst/>
          </a:prstGeom>
          <a:ln w="28575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40029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EFF97B-823F-A5BB-365B-B688B378B7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JSON - </a:t>
            </a:r>
            <a:r>
              <a:rPr lang="en-GB" dirty="0" err="1"/>
              <a:t>stringify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7029FF-7DC9-E488-192F-8127BEC6C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6E4752-4A09-F37E-535F-D84CA221AB12}"/>
              </a:ext>
            </a:extLst>
          </p:cNvPr>
          <p:cNvSpPr txBox="1"/>
          <p:nvPr/>
        </p:nvSpPr>
        <p:spPr>
          <a:xfrm>
            <a:off x="382061" y="1552037"/>
            <a:ext cx="618588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stu1 =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Student(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'Mike'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21,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'Software'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JSON.stringify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(stu1));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BE8EDA-3AF9-654F-AB30-BBA1FB891EDD}"/>
              </a:ext>
            </a:extLst>
          </p:cNvPr>
          <p:cNvSpPr txBox="1"/>
          <p:nvPr/>
        </p:nvSpPr>
        <p:spPr>
          <a:xfrm>
            <a:off x="639094" y="2298486"/>
            <a:ext cx="5702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{"name":"Mike","age":21,"stream":"Software"}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6D5496-9AA5-7CC1-10EA-0820748DD9C2}"/>
              </a:ext>
            </a:extLst>
          </p:cNvPr>
          <p:cNvSpPr txBox="1"/>
          <p:nvPr/>
        </p:nvSpPr>
        <p:spPr>
          <a:xfrm>
            <a:off x="382060" y="3203224"/>
            <a:ext cx="7306765" cy="14773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stu2 =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Student(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'Linda'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19,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'Web'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stu3 = </a:t>
            </a:r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Student(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'Bob'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, 28, </a:t>
            </a:r>
            <a:r>
              <a:rPr lang="en-GB" sz="1800" dirty="0">
                <a:solidFill>
                  <a:srgbClr val="A31515"/>
                </a:solidFill>
                <a:latin typeface="Consolas" panose="020B0609020204030204" pitchFamily="49" charset="0"/>
              </a:rPr>
              <a:t>'Testing'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GB" sz="1800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students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 = [stu1, stu2, stu3];</a:t>
            </a:r>
          </a:p>
          <a:p>
            <a:endParaRPr lang="en-GB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console.log(</a:t>
            </a:r>
            <a:r>
              <a:rPr lang="en-GB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JSON.stringify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students</a:t>
            </a:r>
            <a:r>
              <a:rPr lang="en-GB" sz="18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9BD4C0-E93D-3D55-B30D-59479AE59C86}"/>
              </a:ext>
            </a:extLst>
          </p:cNvPr>
          <p:cNvSpPr txBox="1"/>
          <p:nvPr/>
        </p:nvSpPr>
        <p:spPr>
          <a:xfrm>
            <a:off x="382060" y="4982797"/>
            <a:ext cx="1117928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8000"/>
                </a:solidFill>
                <a:latin typeface="Consolas" panose="020B0609020204030204" pitchFamily="49" charset="0"/>
              </a:rPr>
              <a:t>[{"name":"Mike","age":21,"stream":"Software"},{"name":"Linda","age":19,"stream":"Web"},{"name":"Bob","age":28,"stream":"Testing"}]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9091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386DB79-7940-4ACB-F784-E6116CB23A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GB" dirty="0"/>
              <a:t>JSON - parse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E892B-76FF-C0E4-3812-A75944D8B1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5F0BEC-B8D2-862D-6960-EF6C20F6C44D}"/>
              </a:ext>
            </a:extLst>
          </p:cNvPr>
          <p:cNvSpPr txBox="1"/>
          <p:nvPr/>
        </p:nvSpPr>
        <p:spPr>
          <a:xfrm>
            <a:off x="550606" y="1521060"/>
            <a:ext cx="11257217" cy="23083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data =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`[{"name":"Mike","age":21,"stream":"Software"},{"name":"Linda","age":19,"stream":"Web"},{"name":"Bob","age":28,"stream":"Testing"}]`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800" b="1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let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students = 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JSON.parse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(data);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students.forEach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1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stu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=&gt; console.log(stu.name));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BF366-EA36-4E9C-39EC-93D2BA797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252" y="4046744"/>
            <a:ext cx="2981325" cy="20288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7671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DC64B43-3F65-44BB-B5D7-98AAB642C2A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3" r="23533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Install the environment for creating a React app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Explore the folder structure of a React app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Create a "Hello World" page</a:t>
            </a:r>
          </a:p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Format the page</a:t>
            </a:r>
          </a:p>
          <a:p>
            <a:pPr marL="0" lvl="0" indent="0">
              <a:buNone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35079939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BDA200-C4D7-4F8E-AB92-9564B553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ReactJS?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D81F8-5EC8-4CD1-AE56-E37D59C09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Is declarative. </a:t>
            </a: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You write some code and React creates the complex JavaScript</a:t>
            </a:r>
            <a:endParaRPr lang="en-GB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Is simple to create, run, debug and test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Is component based. Each can have its own CSS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Is great for creating single-page applications</a:t>
            </a:r>
            <a:endParaRPr lang="en-GB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Supports server-side processing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Is extensive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Is fast. Creates extensive client-side JavaScript to minimise constant chat with the server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Is easy to learn 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And the best thing about it is  that </a:t>
            </a:r>
            <a:r>
              <a:rPr lang="en-GB" b="1" dirty="0">
                <a:solidFill>
                  <a:srgbClr val="212121"/>
                </a:solidFill>
                <a:latin typeface="open sans" panose="020B0606030504020204" pitchFamily="34" charset="0"/>
              </a:rPr>
              <a:t>40%</a:t>
            </a: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 of the dev market is using React</a:t>
            </a:r>
            <a:endParaRPr lang="en-GB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A1172D-D041-4474-ADF6-3B159DC6D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3627" y="1154911"/>
            <a:ext cx="1862751" cy="17261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39249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BDA200-C4D7-4F8E-AB92-9564B553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started – installing the tools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D81F8-5EC8-4CD1-AE56-E37D59C09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GB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Install Node</a:t>
            </a:r>
            <a:br>
              <a:rPr lang="en-GB" b="1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</a:b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see: </a:t>
            </a: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  <a:hlinkClick r:id="rId2"/>
              </a:rPr>
              <a:t>https://nodejs.org/en/download/</a:t>
            </a:r>
            <a:b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</a:br>
            <a:b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</a:br>
            <a:endParaRPr lang="en-GB" b="0" i="0" dirty="0">
              <a:solidFill>
                <a:srgbClr val="212121"/>
              </a:solidFill>
              <a:effectLst/>
              <a:latin typeface="open sans" panose="020B0606030504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b="1" dirty="0">
                <a:solidFill>
                  <a:srgbClr val="212121"/>
                </a:solidFill>
                <a:latin typeface="open sans" panose="020B0606030504020204" pitchFamily="34" charset="0"/>
              </a:rPr>
              <a:t>Install NPX </a:t>
            </a: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(Node Package Execute)</a:t>
            </a:r>
            <a:b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</a:b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Open a command window and type:  </a:t>
            </a:r>
            <a:r>
              <a:rPr lang="en-GB" sz="2400" b="1" dirty="0" err="1">
                <a:effectLst/>
                <a:latin typeface="Calibri" panose="020F0502020204030204" pitchFamily="34" charset="0"/>
              </a:rPr>
              <a:t>npm</a:t>
            </a:r>
            <a:r>
              <a:rPr lang="en-GB" sz="2400" b="1" dirty="0">
                <a:effectLst/>
                <a:latin typeface="Calibri" panose="020F0502020204030204" pitchFamily="34" charset="0"/>
              </a:rPr>
              <a:t> install -g </a:t>
            </a:r>
            <a:r>
              <a:rPr lang="en-GB" sz="2400" b="1" dirty="0" err="1">
                <a:effectLst/>
                <a:latin typeface="Calibri" panose="020F0502020204030204" pitchFamily="34" charset="0"/>
              </a:rPr>
              <a:t>npx</a:t>
            </a:r>
            <a:endParaRPr lang="en-GB" sz="2400" b="1" dirty="0">
              <a:effectLst/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GB" sz="2400" b="1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sz="2400" b="1" dirty="0">
                <a:solidFill>
                  <a:srgbClr val="212121"/>
                </a:solidFill>
                <a:latin typeface="open sans" panose="020B0606030504020204" pitchFamily="34" charset="0"/>
              </a:rPr>
              <a:t>Install Visual Studio code</a:t>
            </a:r>
            <a:br>
              <a:rPr lang="en-GB" sz="2400" dirty="0">
                <a:solidFill>
                  <a:srgbClr val="212121"/>
                </a:solidFill>
                <a:latin typeface="open sans" panose="020B0606030504020204" pitchFamily="34" charset="0"/>
              </a:rPr>
            </a:br>
            <a:r>
              <a:rPr lang="en-GB" sz="2400" dirty="0">
                <a:solidFill>
                  <a:srgbClr val="212121"/>
                </a:solidFill>
                <a:latin typeface="open sans" panose="020B0606030504020204" pitchFamily="34" charset="0"/>
              </a:rPr>
              <a:t>You can use any editor you like, but the </a:t>
            </a:r>
            <a:br>
              <a:rPr lang="en-GB" sz="2400" dirty="0">
                <a:solidFill>
                  <a:srgbClr val="212121"/>
                </a:solidFill>
                <a:latin typeface="open sans" panose="020B0606030504020204" pitchFamily="34" charset="0"/>
              </a:rPr>
            </a:br>
            <a:r>
              <a:rPr lang="en-GB" sz="2400" dirty="0">
                <a:solidFill>
                  <a:srgbClr val="212121"/>
                </a:solidFill>
                <a:latin typeface="open sans" panose="020B0606030504020204" pitchFamily="34" charset="0"/>
              </a:rPr>
              <a:t>lab instructions are based on vs-code</a:t>
            </a:r>
            <a:endParaRPr lang="en-GB" sz="2400" b="1" dirty="0">
              <a:solidFill>
                <a:srgbClr val="212121"/>
              </a:solidFill>
              <a:latin typeface="Calibri" panose="020F0502020204030204" pitchFamily="34" charset="0"/>
            </a:endParaRPr>
          </a:p>
          <a:p>
            <a:pPr algn="l"/>
            <a:endParaRPr lang="en-GB" dirty="0">
              <a:solidFill>
                <a:srgbClr val="212121"/>
              </a:solidFill>
              <a:latin typeface="open sans" panose="020B0606030504020204" pitchFamily="34" charset="0"/>
            </a:endParaRPr>
          </a:p>
          <a:p>
            <a:pPr algn="l"/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	</a:t>
            </a:r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0F07C2-9226-44CB-A0AA-3956A4B7B4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6734" y="1368256"/>
            <a:ext cx="2641191" cy="16766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935D69A-5806-40A6-BC7D-04D01CC49A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968" y="3962399"/>
            <a:ext cx="1425686" cy="1425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391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6BDA200-C4D7-4F8E-AB92-9564B553B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new React app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BD81F8-5EC8-4CD1-AE56-E37D59C09B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Open a </a:t>
            </a:r>
            <a:r>
              <a:rPr lang="en-GB" b="1" dirty="0">
                <a:solidFill>
                  <a:srgbClr val="212121"/>
                </a:solidFill>
                <a:latin typeface="open sans" panose="020B0606030504020204" pitchFamily="34" charset="0"/>
              </a:rPr>
              <a:t>Command Window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Navigate to the folder in which you wish to put you code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Decide what your application name should be (such as </a:t>
            </a:r>
            <a:r>
              <a:rPr lang="en-GB" b="1" dirty="0" err="1">
                <a:solidFill>
                  <a:srgbClr val="7E007C"/>
                </a:solidFill>
                <a:latin typeface="open sans" panose="020B0606030504020204" pitchFamily="34" charset="0"/>
              </a:rPr>
              <a:t>todo_app</a:t>
            </a: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)</a:t>
            </a:r>
            <a:b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</a:b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The name should not have any capital letters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Type   </a:t>
            </a:r>
            <a:r>
              <a:rPr lang="en-GB" sz="2400" b="1" dirty="0" err="1">
                <a:solidFill>
                  <a:srgbClr val="C00000"/>
                </a:solidFill>
                <a:effectLst/>
                <a:highlight>
                  <a:srgbClr val="F3F3F3"/>
                </a:highlight>
                <a:latin typeface="Calibri" panose="020F0502020204030204" pitchFamily="34" charset="0"/>
              </a:rPr>
              <a:t>npx</a:t>
            </a:r>
            <a:r>
              <a:rPr lang="en-GB" sz="2400" b="1" dirty="0">
                <a:effectLst/>
                <a:highlight>
                  <a:srgbClr val="F3F3F3"/>
                </a:highlight>
                <a:latin typeface="Calibri" panose="020F0502020204030204" pitchFamily="34" charset="0"/>
              </a:rPr>
              <a:t>   create-react-app   </a:t>
            </a:r>
            <a:r>
              <a:rPr lang="en-GB" sz="2400" b="1" dirty="0" err="1">
                <a:solidFill>
                  <a:srgbClr val="7E007C"/>
                </a:solidFill>
                <a:effectLst/>
                <a:highlight>
                  <a:srgbClr val="F3F3F3"/>
                </a:highlight>
                <a:latin typeface="Calibri" panose="020F0502020204030204" pitchFamily="34" charset="0"/>
              </a:rPr>
              <a:t>todo_app</a:t>
            </a:r>
            <a:r>
              <a:rPr lang="en-GB" sz="2400" dirty="0">
                <a:solidFill>
                  <a:srgbClr val="7E007C"/>
                </a:solidFill>
                <a:highlight>
                  <a:srgbClr val="C0C0C0"/>
                </a:highlight>
                <a:latin typeface="open sans" panose="020B0606030504020204" pitchFamily="34" charset="0"/>
              </a:rPr>
              <a:t> </a:t>
            </a:r>
            <a:br>
              <a:rPr lang="en-GB" sz="2400" dirty="0">
                <a:solidFill>
                  <a:srgbClr val="7E007C"/>
                </a:solidFill>
                <a:highlight>
                  <a:srgbClr val="C0C0C0"/>
                </a:highlight>
                <a:latin typeface="open sans" panose="020B0606030504020204" pitchFamily="34" charset="0"/>
              </a:rPr>
            </a:br>
            <a:endParaRPr lang="en-GB" sz="2400" dirty="0">
              <a:solidFill>
                <a:srgbClr val="212121"/>
              </a:solidFill>
              <a:highlight>
                <a:srgbClr val="C0C0C0"/>
              </a:highlight>
              <a:latin typeface="open sans" panose="020B0606030504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Change directory to your app's folder   </a:t>
            </a:r>
            <a:r>
              <a:rPr lang="en-GB" sz="2400" b="1" dirty="0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cd</a:t>
            </a:r>
            <a:r>
              <a:rPr lang="en-GB" sz="2400" dirty="0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 </a:t>
            </a:r>
            <a:r>
              <a:rPr lang="en-GB" sz="2400" b="1" dirty="0" err="1">
                <a:solidFill>
                  <a:srgbClr val="7E007C"/>
                </a:solidFill>
                <a:effectLst/>
                <a:highlight>
                  <a:srgbClr val="F3F3F3"/>
                </a:highlight>
                <a:latin typeface="Calibri" panose="020F0502020204030204" pitchFamily="34" charset="0"/>
              </a:rPr>
              <a:t>todo_app</a:t>
            </a:r>
            <a:br>
              <a:rPr lang="en-GB" sz="2400" b="1" dirty="0">
                <a:solidFill>
                  <a:srgbClr val="7E007C"/>
                </a:solidFill>
                <a:effectLst/>
                <a:highlight>
                  <a:srgbClr val="C0C0C0"/>
                </a:highlight>
                <a:latin typeface="Calibri" panose="020F0502020204030204" pitchFamily="34" charset="0"/>
              </a:rPr>
            </a:br>
            <a:endParaRPr lang="en-GB" sz="2400" dirty="0">
              <a:solidFill>
                <a:srgbClr val="212121"/>
              </a:solidFill>
              <a:highlight>
                <a:srgbClr val="C0C0C0"/>
              </a:highlight>
              <a:latin typeface="open sans" panose="020B0606030504020204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Open the code in vs-code by typing </a:t>
            </a:r>
            <a:r>
              <a:rPr lang="en-GB" sz="2400" b="1" dirty="0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code 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Best start a new Command Window withing vs-code (</a:t>
            </a:r>
            <a:r>
              <a:rPr lang="en-GB" sz="2400" b="1" dirty="0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type Ctrl-'</a:t>
            </a: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)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Run your code and display your app in your default browser by typing  </a:t>
            </a:r>
            <a:r>
              <a:rPr lang="en-GB" sz="2400" b="1" dirty="0" err="1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npm</a:t>
            </a:r>
            <a:r>
              <a:rPr lang="en-GB" sz="2400" b="1" dirty="0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 start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dirty="0">
                <a:solidFill>
                  <a:srgbClr val="212121"/>
                </a:solidFill>
                <a:latin typeface="open sans" panose="020B0606030504020204" pitchFamily="34" charset="0"/>
              </a:rPr>
              <a:t>You can now edit your code and view changes in the browser</a:t>
            </a:r>
            <a:endParaRPr lang="en-GB" b="1" dirty="0">
              <a:solidFill>
                <a:srgbClr val="212121"/>
              </a:solidFill>
              <a:latin typeface="open sans" panose="020B0606030504020204" pitchFamily="34" charset="0"/>
            </a:endParaRPr>
          </a:p>
          <a:p>
            <a:pPr algn="l"/>
            <a:endParaRPr lang="en-GB" dirty="0">
              <a:solidFill>
                <a:srgbClr val="212121"/>
              </a:solidFill>
              <a:latin typeface="open sans" panose="020B0606030504020204" pitchFamily="34" charset="0"/>
            </a:endParaRPr>
          </a:p>
          <a:p>
            <a:pPr algn="l"/>
            <a:r>
              <a:rPr lang="en-GB" b="0" i="0" dirty="0">
                <a:solidFill>
                  <a:srgbClr val="212121"/>
                </a:solidFill>
                <a:effectLst/>
                <a:latin typeface="open sans" panose="020B0606030504020204" pitchFamily="34" charset="0"/>
              </a:rPr>
              <a:t>	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7872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BFFBC0-40FC-47D6-B29E-2A18FF68F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D66B7-4274-4073-ADE6-C6167AD3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0DD6F-F8A4-4C99-89F3-905864CF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Create a new React app called </a:t>
            </a:r>
            <a:r>
              <a:rPr lang="en-GB" b="1" dirty="0" err="1"/>
              <a:t>todo</a:t>
            </a:r>
            <a:r>
              <a:rPr lang="en-GB" b="1" dirty="0"/>
              <a:t> </a:t>
            </a:r>
            <a:br>
              <a:rPr lang="en-GB" b="1" dirty="0"/>
            </a:br>
            <a:r>
              <a:rPr lang="en-GB" dirty="0"/>
              <a:t>Use the instructions in the previous slides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We will examine the folders and their content </a:t>
            </a:r>
            <a:br>
              <a:rPr lang="en-GB" dirty="0"/>
            </a:br>
            <a:r>
              <a:rPr lang="en-GB" dirty="0"/>
              <a:t>during the classroom session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84E020-DAD2-4D02-A06A-1B34C0F06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376" y="1345567"/>
            <a:ext cx="2605843" cy="4809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13278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BFFBC0-40FC-47D6-B29E-2A18FF68F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892D59-8F09-EF4B-AD6D-DA609442F868}" type="slidenum">
              <a:rPr lang="en-GB" smtClean="0"/>
              <a:pPr/>
              <a:t>39</a:t>
            </a:fld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6D66B7-4274-4073-ADE6-C6167AD3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30DD6F-F8A4-4C99-89F3-905864CF3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Open App.js (</a:t>
            </a:r>
            <a:r>
              <a:rPr lang="en-GB" b="1" dirty="0" err="1"/>
              <a:t>src</a:t>
            </a:r>
            <a:r>
              <a:rPr lang="en-GB" dirty="0"/>
              <a:t> folder) </a:t>
            </a:r>
            <a:br>
              <a:rPr lang="en-GB" dirty="0"/>
            </a:br>
            <a:r>
              <a:rPr lang="en-GB" dirty="0"/>
              <a:t>and edit the contents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Edit App.css file to style the &lt;</a:t>
            </a:r>
            <a:r>
              <a:rPr lang="en-GB" b="1" dirty="0"/>
              <a:t>h1&gt;</a:t>
            </a:r>
            <a:r>
              <a:rPr lang="en-GB" dirty="0"/>
              <a:t> tag. Add this text:</a:t>
            </a:r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Run your app by going to the command Window in vs-code and by typing</a:t>
            </a:r>
            <a:br>
              <a:rPr lang="en-GB" dirty="0"/>
            </a:br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A38FEA-83E5-4DDD-8E87-54707806984B}"/>
              </a:ext>
            </a:extLst>
          </p:cNvPr>
          <p:cNvSpPr txBox="1"/>
          <p:nvPr/>
        </p:nvSpPr>
        <p:spPr>
          <a:xfrm>
            <a:off x="4156294" y="1180194"/>
            <a:ext cx="3549445" cy="286232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import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A31515"/>
                </a:solidFill>
                <a:latin typeface="Consolas" panose="020B0609020204030204" pitchFamily="49" charset="0"/>
              </a:rPr>
              <a:t>'./App.css'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GB" sz="18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App()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&lt;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endParaRPr lang="en-GB" sz="1800" b="1" dirty="0">
              <a:solidFill>
                <a:srgbClr val="555555"/>
              </a:solidFill>
              <a:latin typeface="Consolas" panose="020B0609020204030204" pitchFamily="49" charset="0"/>
            </a:endParaRPr>
          </a:p>
          <a:p>
            <a:r>
              <a:rPr lang="en-GB" sz="1800" b="1" dirty="0">
                <a:solidFill>
                  <a:srgbClr val="555555"/>
                </a:solidFill>
                <a:latin typeface="Consolas" panose="020B0609020204030204" pitchFamily="49" charset="0"/>
              </a:rPr>
              <a:t>            Hello World!</a:t>
            </a:r>
          </a:p>
          <a:p>
            <a:r>
              <a:rPr lang="en-GB" sz="1800" b="1" dirty="0">
                <a:solidFill>
                  <a:srgbClr val="555555"/>
                </a:solidFill>
                <a:latin typeface="Consolas" panose="020B0609020204030204" pitchFamily="49" charset="0"/>
              </a:rPr>
              <a:t>        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&lt;/</a:t>
            </a:r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);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export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default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App;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868CBB-3AFF-4AA6-8C0A-6D96B8AE85BC}"/>
              </a:ext>
            </a:extLst>
          </p:cNvPr>
          <p:cNvSpPr txBox="1"/>
          <p:nvPr/>
        </p:nvSpPr>
        <p:spPr>
          <a:xfrm>
            <a:off x="7396711" y="4365980"/>
            <a:ext cx="4454017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800000"/>
                </a:solidFill>
                <a:latin typeface="Consolas" panose="020B0609020204030204" pitchFamily="49" charset="0"/>
              </a:rPr>
              <a:t>h1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GB" sz="1800" b="1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GB" sz="1800" b="1" dirty="0">
                <a:solidFill>
                  <a:srgbClr val="0000FF"/>
                </a:solidFill>
                <a:latin typeface="Consolas" panose="020B0609020204030204" pitchFamily="49" charset="0"/>
              </a:rPr>
              <a:t>lightcyan</a:t>
            </a:r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GB" sz="1800" b="1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F1BA4D-F787-4DBA-9E7B-D1B39D924C70}"/>
              </a:ext>
            </a:extLst>
          </p:cNvPr>
          <p:cNvSpPr txBox="1"/>
          <p:nvPr/>
        </p:nvSpPr>
        <p:spPr>
          <a:xfrm>
            <a:off x="737420" y="604899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 err="1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npm</a:t>
            </a:r>
            <a:r>
              <a:rPr lang="en-GB" sz="2400" dirty="0">
                <a:solidFill>
                  <a:srgbClr val="212121"/>
                </a:solidFill>
                <a:highlight>
                  <a:srgbClr val="F3F3F3"/>
                </a:highlight>
                <a:latin typeface="open sans" panose="020B0606030504020204" pitchFamily="34" charset="0"/>
              </a:rPr>
              <a:t> </a:t>
            </a:r>
            <a:r>
              <a:rPr lang="en-GB" sz="2400" b="1" dirty="0">
                <a:solidFill>
                  <a:srgbClr val="7E007C"/>
                </a:solidFill>
                <a:effectLst/>
                <a:highlight>
                  <a:srgbClr val="F3F3F3"/>
                </a:highlight>
                <a:latin typeface="Calibri" panose="020F0502020204030204" pitchFamily="34" charset="0"/>
              </a:rPr>
              <a:t>start </a:t>
            </a:r>
            <a:endParaRPr lang="en-GB" dirty="0">
              <a:highlight>
                <a:srgbClr val="F3F3F3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9525295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Hope you enjoyed this pre course study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300" y="5768975"/>
            <a:ext cx="5627171" cy="70584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854440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DC64B43-3F65-44BB-B5D7-98AAB642C2A4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33" r="23533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3549-8E19-40A1-A106-9740BFD0462C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pPr lvl="0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 this short practice you 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Installed the necessary tool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Created your first app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Edit you App component</a:t>
            </a:r>
          </a:p>
          <a:p>
            <a:pPr lvl="1"/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Ran your app in a browser</a:t>
            </a:r>
          </a:p>
          <a:p>
            <a:pPr marL="0" lvl="0" indent="0">
              <a:buNone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6F948DE-9BA4-4416-B213-36446EDA8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React</a:t>
            </a:r>
          </a:p>
        </p:txBody>
      </p:sp>
    </p:spTree>
    <p:extLst>
      <p:ext uri="{BB962C8B-B14F-4D97-AF65-F5344CB8AC3E}">
        <p14:creationId xmlns:p14="http://schemas.microsoft.com/office/powerpoint/2010/main" val="31106563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61ba5a240904b86632099fc56e12dead204a13"/>
</p:tagLst>
</file>

<file path=ppt/theme/theme1.xml><?xml version="1.0" encoding="utf-8"?>
<a:theme xmlns:a="http://schemas.openxmlformats.org/drawingml/2006/main" name="Master">
  <a:themeElements>
    <a:clrScheme name="QA Branding Custom Colour Set">
      <a:dk1>
        <a:srgbClr val="004050"/>
      </a:dk1>
      <a:lt1>
        <a:srgbClr val="FFFFFF"/>
      </a:lt1>
      <a:dk2>
        <a:srgbClr val="00EDB5"/>
      </a:dk2>
      <a:lt2>
        <a:srgbClr val="FFFFFF"/>
      </a:lt2>
      <a:accent1>
        <a:srgbClr val="004050"/>
      </a:accent1>
      <a:accent2>
        <a:srgbClr val="00EDB5"/>
      </a:accent2>
      <a:accent3>
        <a:srgbClr val="7F007D"/>
      </a:accent3>
      <a:accent4>
        <a:srgbClr val="FF004C"/>
      </a:accent4>
      <a:accent5>
        <a:srgbClr val="F8D237"/>
      </a:accent5>
      <a:accent6>
        <a:srgbClr val="F3612C"/>
      </a:accent6>
      <a:hlink>
        <a:srgbClr val="004050"/>
      </a:hlink>
      <a:folHlink>
        <a:srgbClr val="00EDB5"/>
      </a:folHlink>
    </a:clrScheme>
    <a:fontScheme name="QA Brand Fonts 2019">
      <a:majorFont>
        <a:latin typeface="Krana Fat B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 anchor="t" anchorCtr="0">
        <a:normAutofit/>
      </a:bodyPr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rainer Slidedeck Template DRAFT v0.1" id="{7AC1CA74-4441-42CA-9897-72DF6ED83A1A}" vid="{6017FA94-E546-4DB4-BF25-6AABB84AA0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Courseware" ma:contentTypeID="0x010100F0967B7CEE8D417F966757887D9466FB00F48E1D67AEEC004E8CB4D79562659D2F" ma:contentTypeVersion="0" ma:contentTypeDescription="Base content type which represents courseware documents" ma:contentTypeScope="" ma:versionID="5376ad122391b3f9a54970b1a9c0e5fd">
  <xsd:schema xmlns:xsd="http://www.w3.org/2001/XMLSchema" xmlns:xs="http://www.w3.org/2001/XMLSchema" xmlns:p="http://schemas.microsoft.com/office/2006/metadata/properties" xmlns:ns2="5DDA07D3-2D42-4B74-BBF9-F10531B4947A" targetNamespace="http://schemas.microsoft.com/office/2006/metadata/properties" ma:root="true" ma:fieldsID="e9e6e2e71526738b3b95270a276a962a" ns2:_="">
    <xsd:import namespace="5DDA07D3-2D42-4B74-BBF9-F10531B4947A"/>
    <xsd:element name="properties">
      <xsd:complexType>
        <xsd:sequence>
          <xsd:element name="documentManagement">
            <xsd:complexType>
              <xsd:all>
                <xsd:element ref="ns2:BookTypeField0" minOccurs="0"/>
                <xsd:element ref="ns2:SequenceNumber" minOccurs="0"/>
                <xsd:element ref="ns2:IsBuildFil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DA07D3-2D42-4B74-BBF9-F10531B4947A" elementFormDefault="qualified">
    <xsd:import namespace="http://schemas.microsoft.com/office/2006/documentManagement/types"/>
    <xsd:import namespace="http://schemas.microsoft.com/office/infopath/2007/PartnerControls"/>
    <xsd:element name="BookTypeField0" ma:index="9" nillable="true" ma:taxonomy="true" ma:internalName="BookTypeField0" ma:taxonomyFieldName="BookType" ma:displayName="Book Type" ma:fieldId="{e7c6b654-e04e-4e45-9cfd-676dbef3a3c6}" ma:sspId="63102202-80dd-4165-b1ca-d09cf2756dc1" ma:termSetId="3300959e-7346-4208-831a-90b552f1677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equenceNumber" ma:index="10" nillable="true" ma:displayName="Sequence Number" ma:decimals="0" ma:internalName="SequenceNumber">
      <xsd:simpleType>
        <xsd:restriction base="dms:Number"/>
      </xsd:simpleType>
    </xsd:element>
    <xsd:element name="IsBuildFile" ma:index="11" nillable="true" ma:displayName="Is Build File" ma:hidden="true" ma:internalName="IsBuildFil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BuildFile xmlns="5DDA07D3-2D42-4B74-BBF9-F10531B4947A" xsi:nil="true"/>
    <BookTypeField0 xmlns="5DDA07D3-2D42-4B74-BBF9-F10531B4947A">
      <Terms xmlns="http://schemas.microsoft.com/office/infopath/2007/PartnerControls">
        <TermInfo xmlns="http://schemas.microsoft.com/office/infopath/2007/PartnerControls">
          <TermName xmlns="http://schemas.microsoft.com/office/infopath/2007/PartnerControls">IK</TermName>
          <TermId xmlns="http://schemas.microsoft.com/office/infopath/2007/PartnerControls">5abe6401-e87a-4499-80b4-3d21a1a6ebd7</TermId>
        </TermInfo>
      </Terms>
    </BookTypeField0>
    <SequenceNumber xmlns="5DDA07D3-2D42-4B74-BBF9-F10531B4947A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10D646-9CA4-4890-8382-A80F27CC6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DA07D3-2D42-4B74-BBF9-F10531B494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393610-D53F-4A84-8D42-34EBCB008255}">
  <ds:schemaRefs>
    <ds:schemaRef ds:uri="5DDA07D3-2D42-4B74-BBF9-F10531B4947A"/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5B3E867-B45B-49B9-9F16-ACF80FBBDA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7239</TotalTime>
  <Words>3922</Words>
  <Application>Microsoft Office PowerPoint</Application>
  <PresentationFormat>Widescreen</PresentationFormat>
  <Paragraphs>736</Paragraphs>
  <Slides>41</Slides>
  <Notes>31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Arial</vt:lpstr>
      <vt:lpstr>Calibri</vt:lpstr>
      <vt:lpstr>Consolas</vt:lpstr>
      <vt:lpstr>Krana Fat B</vt:lpstr>
      <vt:lpstr>Lato</vt:lpstr>
      <vt:lpstr>Montserrat</vt:lpstr>
      <vt:lpstr>open sans</vt:lpstr>
      <vt:lpstr>Verdana</vt:lpstr>
      <vt:lpstr>Master</vt:lpstr>
      <vt:lpstr>Building Responsive  Web Applications</vt:lpstr>
      <vt:lpstr>Learning Check</vt:lpstr>
      <vt:lpstr>HTML5 page  (Hypertext Markup Language)</vt:lpstr>
      <vt:lpstr>Revision: Tags for displaying data</vt:lpstr>
      <vt:lpstr>Revision: Basic formatting</vt:lpstr>
      <vt:lpstr>More tags for displaying data</vt:lpstr>
      <vt:lpstr>Relative and absolute path</vt:lpstr>
      <vt:lpstr>&lt;form&gt; Tag</vt:lpstr>
      <vt:lpstr>Controls for inputting and selecting data</vt:lpstr>
      <vt:lpstr>Basic lists for inputting and selecting data</vt:lpstr>
      <vt:lpstr>Other forms of lists</vt:lpstr>
      <vt:lpstr>Table</vt:lpstr>
      <vt:lpstr>CSS</vt:lpstr>
      <vt:lpstr>CSS - getting started</vt:lpstr>
      <vt:lpstr>CSS – Selectors  - basic</vt:lpstr>
      <vt:lpstr>CSS –Selection by attribute</vt:lpstr>
      <vt:lpstr>CSS – Selectors – by state</vt:lpstr>
      <vt:lpstr>CSS – Selection by validation</vt:lpstr>
      <vt:lpstr>Enhancing the look!</vt:lpstr>
      <vt:lpstr>CSS - positioning elements</vt:lpstr>
      <vt:lpstr>JavaScript</vt:lpstr>
      <vt:lpstr>Language basics – Selection and iteration</vt:lpstr>
      <vt:lpstr>forEach and Arrays</vt:lpstr>
      <vt:lpstr>Language basics – Methods</vt:lpstr>
      <vt:lpstr>Selection of DOM elements</vt:lpstr>
      <vt:lpstr>Manipulating DOM elements – creating new elements</vt:lpstr>
      <vt:lpstr>JavaScript – Adding Events</vt:lpstr>
      <vt:lpstr>CSS – using JavaScript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React</vt:lpstr>
      <vt:lpstr>Why use ReactJS?</vt:lpstr>
      <vt:lpstr>Getting started – installing the tools</vt:lpstr>
      <vt:lpstr>Create a new React app</vt:lpstr>
      <vt:lpstr>React exercise</vt:lpstr>
      <vt:lpstr>React exercise</vt:lpstr>
      <vt:lpstr>Hope you enjoyed this pre course study</vt:lpstr>
      <vt:lpstr>React</vt:lpstr>
    </vt:vector>
  </TitlesOfParts>
  <Manager/>
  <Company>QA Ltd</Company>
  <LinksUpToDate>false</LinksUpToDate>
  <SharedDoc>false</SharedDoc>
  <HyperlinkBase>http://localhost:5055/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Mike Baradaran</dc:creator>
  <cp:keywords/>
  <dc:description/>
  <cp:lastModifiedBy>Lowton, Anoush</cp:lastModifiedBy>
  <cp:revision>359</cp:revision>
  <cp:lastPrinted>2019-07-03T09:46:41Z</cp:lastPrinted>
  <dcterms:created xsi:type="dcterms:W3CDTF">2019-09-05T08:17:12Z</dcterms:created>
  <dcterms:modified xsi:type="dcterms:W3CDTF">2023-03-15T16:21:33Z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0x010100F0967B7CEE8D417F966757887D9466FB00F48E1D67AEEC004E8CB4D79562659D2F</vt:lpwstr>
  </property>
  <property fmtid="{D5CDD505-2E9C-101B-9397-08002B2CF9AE}" pid="3" name="BookType">
    <vt:lpwstr>4</vt:lpwstr>
  </property>
</Properties>
</file>